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300700" cy="10299700"/>
  <p:notesSz cx="18300700" cy="10299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2552" y="3192907"/>
            <a:ext cx="15555595" cy="2162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10182" y="1139869"/>
            <a:ext cx="7667993" cy="9580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5035" y="2368931"/>
            <a:ext cx="16470630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1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8.png"/><Relationship Id="rId4" Type="http://schemas.openxmlformats.org/officeDocument/2006/relationships/image" Target="../media/image1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76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66559" y="506152"/>
            <a:ext cx="17355185" cy="9275445"/>
          </a:xfrm>
          <a:custGeom>
            <a:avLst/>
            <a:gdLst/>
            <a:ahLst/>
            <a:cxnLst/>
            <a:rect l="l" t="t" r="r" b="b"/>
            <a:pathLst>
              <a:path w="17355185" h="9275445">
                <a:moveTo>
                  <a:pt x="8677427" y="9275008"/>
                </a:moveTo>
                <a:lnTo>
                  <a:pt x="0" y="9275008"/>
                </a:lnTo>
                <a:lnTo>
                  <a:pt x="0" y="0"/>
                </a:lnTo>
                <a:lnTo>
                  <a:pt x="17354842" y="0"/>
                </a:lnTo>
                <a:lnTo>
                  <a:pt x="17354842" y="9275008"/>
                </a:lnTo>
                <a:lnTo>
                  <a:pt x="8677427" y="9275008"/>
                </a:lnTo>
                <a:close/>
              </a:path>
            </a:pathLst>
          </a:custGeom>
          <a:ln w="18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24528" y="3308426"/>
            <a:ext cx="10039350" cy="3190240"/>
          </a:xfrm>
          <a:prstGeom prst="rect"/>
        </p:spPr>
        <p:txBody>
          <a:bodyPr wrap="square" lIns="0" tIns="247650" rIns="0" bIns="0" rtlCol="0" vert="horz">
            <a:spAutoFit/>
          </a:bodyPr>
          <a:lstStyle/>
          <a:p>
            <a:pPr algn="ctr" marL="12700" marR="5080">
              <a:lnSpc>
                <a:spcPct val="80600"/>
              </a:lnSpc>
              <a:spcBef>
                <a:spcPts val="1950"/>
              </a:spcBef>
            </a:pPr>
            <a:r>
              <a:rPr dirty="0" sz="7950" spc="-245"/>
              <a:t>Get</a:t>
            </a:r>
            <a:r>
              <a:rPr dirty="0" sz="7950" spc="-535"/>
              <a:t> </a:t>
            </a:r>
            <a:r>
              <a:rPr dirty="0" sz="7950" spc="-400"/>
              <a:t>Scanning:</a:t>
            </a:r>
            <a:r>
              <a:rPr dirty="0" sz="7950" spc="-535"/>
              <a:t> </a:t>
            </a:r>
            <a:r>
              <a:rPr dirty="0" sz="7950" spc="-750"/>
              <a:t>Y</a:t>
            </a:r>
            <a:r>
              <a:rPr dirty="0" sz="7950" spc="-190"/>
              <a:t>ou</a:t>
            </a:r>
            <a:r>
              <a:rPr dirty="0" sz="7950" spc="-180"/>
              <a:t>r</a:t>
            </a:r>
            <a:r>
              <a:rPr dirty="0" sz="7950" spc="-330"/>
              <a:t> </a:t>
            </a:r>
            <a:r>
              <a:rPr dirty="0" sz="7950" spc="-310"/>
              <a:t>Ultimate</a:t>
            </a:r>
            <a:r>
              <a:rPr dirty="0" sz="7950" spc="-550"/>
              <a:t> </a:t>
            </a:r>
            <a:r>
              <a:rPr dirty="0" sz="7950" spc="-260"/>
              <a:t>Guide</a:t>
            </a:r>
            <a:r>
              <a:rPr dirty="0" sz="7950" spc="-545"/>
              <a:t> </a:t>
            </a:r>
            <a:r>
              <a:rPr dirty="0" sz="7950" spc="-200"/>
              <a:t>to</a:t>
            </a:r>
            <a:r>
              <a:rPr dirty="0" sz="7950" spc="-545"/>
              <a:t> </a:t>
            </a:r>
            <a:r>
              <a:rPr dirty="0" sz="7950" spc="-405"/>
              <a:t>QR </a:t>
            </a:r>
            <a:r>
              <a:rPr dirty="0" sz="7950"/>
              <a:t>Code</a:t>
            </a:r>
            <a:r>
              <a:rPr dirty="0" sz="7950" spc="-645"/>
              <a:t> </a:t>
            </a:r>
            <a:r>
              <a:rPr dirty="0" sz="7950" spc="-340"/>
              <a:t>Generators!</a:t>
            </a:r>
            <a:endParaRPr sz="7950"/>
          </a:p>
        </p:txBody>
      </p:sp>
      <p:grpSp>
        <p:nvGrpSpPr>
          <p:cNvPr id="5" name="object 5" descr=""/>
          <p:cNvGrpSpPr/>
          <p:nvPr/>
        </p:nvGrpSpPr>
        <p:grpSpPr>
          <a:xfrm>
            <a:off x="5025237" y="1772633"/>
            <a:ext cx="8237855" cy="6487795"/>
            <a:chOff x="5025237" y="1772633"/>
            <a:chExt cx="8237855" cy="6487795"/>
          </a:xfrm>
        </p:grpSpPr>
        <p:sp>
          <p:nvSpPr>
            <p:cNvPr id="6" name="object 6" descr=""/>
            <p:cNvSpPr/>
            <p:nvPr/>
          </p:nvSpPr>
          <p:spPr>
            <a:xfrm>
              <a:off x="5025225" y="8239772"/>
              <a:ext cx="8237855" cy="20320"/>
            </a:xfrm>
            <a:custGeom>
              <a:avLst/>
              <a:gdLst/>
              <a:ahLst/>
              <a:cxnLst/>
              <a:rect l="l" t="t" r="r" b="b"/>
              <a:pathLst>
                <a:path w="8237855" h="20320">
                  <a:moveTo>
                    <a:pt x="8237499" y="1435"/>
                  </a:moveTo>
                  <a:lnTo>
                    <a:pt x="0" y="0"/>
                  </a:lnTo>
                  <a:lnTo>
                    <a:pt x="0" y="18719"/>
                  </a:lnTo>
                  <a:lnTo>
                    <a:pt x="8237499" y="20154"/>
                  </a:lnTo>
                  <a:lnTo>
                    <a:pt x="8237499" y="14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169820" y="1781992"/>
              <a:ext cx="1948180" cy="454025"/>
            </a:xfrm>
            <a:custGeom>
              <a:avLst/>
              <a:gdLst/>
              <a:ahLst/>
              <a:cxnLst/>
              <a:rect l="l" t="t" r="r" b="b"/>
              <a:pathLst>
                <a:path w="1948179" h="454025">
                  <a:moveTo>
                    <a:pt x="226791" y="453525"/>
                  </a:moveTo>
                  <a:lnTo>
                    <a:pt x="0" y="453525"/>
                  </a:lnTo>
                  <a:lnTo>
                    <a:pt x="0" y="0"/>
                  </a:lnTo>
                  <a:lnTo>
                    <a:pt x="453595" y="0"/>
                  </a:lnTo>
                  <a:lnTo>
                    <a:pt x="453595" y="453525"/>
                  </a:lnTo>
                  <a:lnTo>
                    <a:pt x="226791" y="453525"/>
                  </a:lnTo>
                  <a:close/>
                </a:path>
                <a:path w="1948179" h="454025">
                  <a:moveTo>
                    <a:pt x="974152" y="453525"/>
                  </a:moveTo>
                  <a:lnTo>
                    <a:pt x="747360" y="453525"/>
                  </a:lnTo>
                  <a:lnTo>
                    <a:pt x="747360" y="0"/>
                  </a:lnTo>
                  <a:lnTo>
                    <a:pt x="1200956" y="0"/>
                  </a:lnTo>
                  <a:lnTo>
                    <a:pt x="1200956" y="453525"/>
                  </a:lnTo>
                  <a:lnTo>
                    <a:pt x="974152" y="453525"/>
                  </a:lnTo>
                  <a:close/>
                </a:path>
                <a:path w="1948179" h="454025">
                  <a:moveTo>
                    <a:pt x="1720788" y="453525"/>
                  </a:moveTo>
                  <a:lnTo>
                    <a:pt x="1493997" y="453525"/>
                  </a:lnTo>
                  <a:lnTo>
                    <a:pt x="1493997" y="0"/>
                  </a:lnTo>
                  <a:lnTo>
                    <a:pt x="1947593" y="0"/>
                  </a:lnTo>
                  <a:lnTo>
                    <a:pt x="1947593" y="453525"/>
                  </a:lnTo>
                  <a:lnTo>
                    <a:pt x="1720788" y="453525"/>
                  </a:lnTo>
                  <a:close/>
                </a:path>
              </a:pathLst>
            </a:custGeom>
            <a:ln w="1871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76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57034" y="496627"/>
            <a:ext cx="17374235" cy="9294495"/>
            <a:chOff x="457034" y="496627"/>
            <a:chExt cx="17374235" cy="9294495"/>
          </a:xfrm>
        </p:grpSpPr>
        <p:sp>
          <p:nvSpPr>
            <p:cNvPr id="4" name="object 4" descr=""/>
            <p:cNvSpPr/>
            <p:nvPr/>
          </p:nvSpPr>
          <p:spPr>
            <a:xfrm>
              <a:off x="466559" y="506152"/>
              <a:ext cx="17355185" cy="9275445"/>
            </a:xfrm>
            <a:custGeom>
              <a:avLst/>
              <a:gdLst/>
              <a:ahLst/>
              <a:cxnLst/>
              <a:rect l="l" t="t" r="r" b="b"/>
              <a:pathLst>
                <a:path w="17355185" h="9275445">
                  <a:moveTo>
                    <a:pt x="8677427" y="9275008"/>
                  </a:moveTo>
                  <a:lnTo>
                    <a:pt x="0" y="9275008"/>
                  </a:lnTo>
                  <a:lnTo>
                    <a:pt x="0" y="0"/>
                  </a:lnTo>
                  <a:lnTo>
                    <a:pt x="17354842" y="0"/>
                  </a:lnTo>
                  <a:lnTo>
                    <a:pt x="17354842" y="9275008"/>
                  </a:lnTo>
                  <a:lnTo>
                    <a:pt x="8677427" y="9275008"/>
                  </a:lnTo>
                  <a:close/>
                </a:path>
              </a:pathLst>
            </a:custGeom>
            <a:ln w="1871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376257" y="8753758"/>
              <a:ext cx="1948180" cy="454025"/>
            </a:xfrm>
            <a:custGeom>
              <a:avLst/>
              <a:gdLst/>
              <a:ahLst/>
              <a:cxnLst/>
              <a:rect l="l" t="t" r="r" b="b"/>
              <a:pathLst>
                <a:path w="1948180" h="454025">
                  <a:moveTo>
                    <a:pt x="226842" y="453516"/>
                  </a:moveTo>
                  <a:lnTo>
                    <a:pt x="0" y="453516"/>
                  </a:lnTo>
                  <a:lnTo>
                    <a:pt x="0" y="0"/>
                  </a:lnTo>
                  <a:lnTo>
                    <a:pt x="453557" y="0"/>
                  </a:lnTo>
                  <a:lnTo>
                    <a:pt x="453557" y="453516"/>
                  </a:lnTo>
                  <a:lnTo>
                    <a:pt x="226842" y="453516"/>
                  </a:lnTo>
                  <a:close/>
                </a:path>
                <a:path w="1948180" h="454025">
                  <a:moveTo>
                    <a:pt x="973415" y="453516"/>
                  </a:moveTo>
                  <a:lnTo>
                    <a:pt x="746700" y="453516"/>
                  </a:lnTo>
                  <a:lnTo>
                    <a:pt x="746700" y="0"/>
                  </a:lnTo>
                  <a:lnTo>
                    <a:pt x="1200258" y="0"/>
                  </a:lnTo>
                  <a:lnTo>
                    <a:pt x="1200258" y="453516"/>
                  </a:lnTo>
                  <a:lnTo>
                    <a:pt x="973415" y="453516"/>
                  </a:lnTo>
                  <a:close/>
                </a:path>
                <a:path w="1948180" h="454025">
                  <a:moveTo>
                    <a:pt x="1720877" y="453516"/>
                  </a:moveTo>
                  <a:lnTo>
                    <a:pt x="1494035" y="453516"/>
                  </a:lnTo>
                  <a:lnTo>
                    <a:pt x="1494035" y="0"/>
                  </a:lnTo>
                  <a:lnTo>
                    <a:pt x="1947593" y="0"/>
                  </a:lnTo>
                  <a:lnTo>
                    <a:pt x="1947593" y="453516"/>
                  </a:lnTo>
                  <a:lnTo>
                    <a:pt x="1720877" y="453516"/>
                  </a:lnTo>
                  <a:close/>
                </a:path>
              </a:pathLst>
            </a:custGeom>
            <a:ln w="1871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8240" y="1060561"/>
              <a:ext cx="5558282" cy="81629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759532" y="2442953"/>
            <a:ext cx="7071995" cy="8255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250" spc="-204"/>
              <a:t>Welcome</a:t>
            </a:r>
            <a:r>
              <a:rPr dirty="0" sz="5250" spc="-350"/>
              <a:t> </a:t>
            </a:r>
            <a:r>
              <a:rPr dirty="0" sz="5250" spc="-130"/>
              <a:t>to</a:t>
            </a:r>
            <a:r>
              <a:rPr dirty="0" sz="5250" spc="-345"/>
              <a:t> </a:t>
            </a:r>
            <a:r>
              <a:rPr dirty="0" sz="5250" spc="-254"/>
              <a:t>QR</a:t>
            </a:r>
            <a:r>
              <a:rPr dirty="0" sz="5250" spc="-345"/>
              <a:t> </a:t>
            </a:r>
            <a:r>
              <a:rPr dirty="0" sz="5250" spc="-10"/>
              <a:t>Codes</a:t>
            </a:r>
            <a:endParaRPr sz="5250"/>
          </a:p>
        </p:txBody>
      </p:sp>
      <p:grpSp>
        <p:nvGrpSpPr>
          <p:cNvPr id="8" name="object 8" descr=""/>
          <p:cNvGrpSpPr/>
          <p:nvPr/>
        </p:nvGrpSpPr>
        <p:grpSpPr>
          <a:xfrm>
            <a:off x="8785021" y="4296016"/>
            <a:ext cx="6828790" cy="1022350"/>
            <a:chOff x="8785021" y="4296016"/>
            <a:chExt cx="6828790" cy="1022350"/>
          </a:xfrm>
        </p:grpSpPr>
        <p:sp>
          <p:nvSpPr>
            <p:cNvPr id="9" name="object 9" descr=""/>
            <p:cNvSpPr/>
            <p:nvPr/>
          </p:nvSpPr>
          <p:spPr>
            <a:xfrm>
              <a:off x="15193137" y="4296016"/>
              <a:ext cx="420370" cy="232410"/>
            </a:xfrm>
            <a:custGeom>
              <a:avLst/>
              <a:gdLst/>
              <a:ahLst/>
              <a:cxnLst/>
              <a:rect l="l" t="t" r="r" b="b"/>
              <a:pathLst>
                <a:path w="420369" h="232410">
                  <a:moveTo>
                    <a:pt x="107950" y="0"/>
                  </a:moveTo>
                  <a:lnTo>
                    <a:pt x="95993" y="633"/>
                  </a:lnTo>
                  <a:lnTo>
                    <a:pt x="96417" y="633"/>
                  </a:lnTo>
                  <a:lnTo>
                    <a:pt x="85693" y="2398"/>
                  </a:lnTo>
                  <a:lnTo>
                    <a:pt x="46656" y="20858"/>
                  </a:lnTo>
                  <a:lnTo>
                    <a:pt x="17700" y="52862"/>
                  </a:lnTo>
                  <a:lnTo>
                    <a:pt x="2000" y="93695"/>
                  </a:lnTo>
                  <a:lnTo>
                    <a:pt x="0" y="115976"/>
                  </a:lnTo>
                  <a:lnTo>
                    <a:pt x="344" y="123781"/>
                  </a:lnTo>
                  <a:lnTo>
                    <a:pt x="361" y="124153"/>
                  </a:lnTo>
                  <a:lnTo>
                    <a:pt x="478" y="126806"/>
                  </a:lnTo>
                  <a:lnTo>
                    <a:pt x="1920" y="137502"/>
                  </a:lnTo>
                  <a:lnTo>
                    <a:pt x="4276" y="147789"/>
                  </a:lnTo>
                  <a:lnTo>
                    <a:pt x="4339" y="148066"/>
                  </a:lnTo>
                  <a:lnTo>
                    <a:pt x="22927" y="187188"/>
                  </a:lnTo>
                  <a:lnTo>
                    <a:pt x="54004" y="216642"/>
                  </a:lnTo>
                  <a:lnTo>
                    <a:pt x="95998" y="231301"/>
                  </a:lnTo>
                  <a:lnTo>
                    <a:pt x="96409" y="231301"/>
                  </a:lnTo>
                  <a:lnTo>
                    <a:pt x="107696" y="231889"/>
                  </a:lnTo>
                  <a:lnTo>
                    <a:pt x="150495" y="222516"/>
                  </a:lnTo>
                  <a:lnTo>
                    <a:pt x="166116" y="213499"/>
                  </a:lnTo>
                  <a:lnTo>
                    <a:pt x="203561" y="213499"/>
                  </a:lnTo>
                  <a:lnTo>
                    <a:pt x="192231" y="200063"/>
                  </a:lnTo>
                  <a:lnTo>
                    <a:pt x="107696" y="200063"/>
                  </a:lnTo>
                  <a:lnTo>
                    <a:pt x="99766" y="199639"/>
                  </a:lnTo>
                  <a:lnTo>
                    <a:pt x="59779" y="180313"/>
                  </a:lnTo>
                  <a:lnTo>
                    <a:pt x="39480" y="148066"/>
                  </a:lnTo>
                  <a:lnTo>
                    <a:pt x="39370" y="147789"/>
                  </a:lnTo>
                  <a:lnTo>
                    <a:pt x="33909" y="115976"/>
                  </a:lnTo>
                  <a:lnTo>
                    <a:pt x="34240" y="108173"/>
                  </a:lnTo>
                  <a:lnTo>
                    <a:pt x="45529" y="70829"/>
                  </a:lnTo>
                  <a:lnTo>
                    <a:pt x="77470" y="38963"/>
                  </a:lnTo>
                  <a:lnTo>
                    <a:pt x="107696" y="31813"/>
                  </a:lnTo>
                  <a:lnTo>
                    <a:pt x="181208" y="31813"/>
                  </a:lnTo>
                  <a:lnTo>
                    <a:pt x="178595" y="28972"/>
                  </a:lnTo>
                  <a:lnTo>
                    <a:pt x="141954" y="5689"/>
                  </a:lnTo>
                  <a:lnTo>
                    <a:pt x="119856" y="633"/>
                  </a:lnTo>
                  <a:lnTo>
                    <a:pt x="107950" y="0"/>
                  </a:lnTo>
                  <a:close/>
                </a:path>
                <a:path w="420369" h="232410">
                  <a:moveTo>
                    <a:pt x="203561" y="213499"/>
                  </a:moveTo>
                  <a:lnTo>
                    <a:pt x="166116" y="213499"/>
                  </a:lnTo>
                  <a:lnTo>
                    <a:pt x="180340" y="230390"/>
                  </a:lnTo>
                  <a:lnTo>
                    <a:pt x="217805" y="230390"/>
                  </a:lnTo>
                  <a:lnTo>
                    <a:pt x="203561" y="213499"/>
                  </a:lnTo>
                  <a:close/>
                </a:path>
                <a:path w="420369" h="232410">
                  <a:moveTo>
                    <a:pt x="151130" y="151371"/>
                  </a:moveTo>
                  <a:lnTo>
                    <a:pt x="113538" y="151371"/>
                  </a:lnTo>
                  <a:lnTo>
                    <a:pt x="145161" y="188823"/>
                  </a:lnTo>
                  <a:lnTo>
                    <a:pt x="143002" y="190334"/>
                  </a:lnTo>
                  <a:lnTo>
                    <a:pt x="140589" y="191731"/>
                  </a:lnTo>
                  <a:lnTo>
                    <a:pt x="138176" y="193001"/>
                  </a:lnTo>
                  <a:lnTo>
                    <a:pt x="131198" y="196092"/>
                  </a:lnTo>
                  <a:lnTo>
                    <a:pt x="123558" y="198369"/>
                  </a:lnTo>
                  <a:lnTo>
                    <a:pt x="123379" y="198369"/>
                  </a:lnTo>
                  <a:lnTo>
                    <a:pt x="115857" y="199639"/>
                  </a:lnTo>
                  <a:lnTo>
                    <a:pt x="107696" y="200063"/>
                  </a:lnTo>
                  <a:lnTo>
                    <a:pt x="192231" y="200063"/>
                  </a:lnTo>
                  <a:lnTo>
                    <a:pt x="187198" y="194094"/>
                  </a:lnTo>
                  <a:lnTo>
                    <a:pt x="193246" y="186224"/>
                  </a:lnTo>
                  <a:lnTo>
                    <a:pt x="198628" y="177892"/>
                  </a:lnTo>
                  <a:lnTo>
                    <a:pt x="203342" y="169098"/>
                  </a:lnTo>
                  <a:lnTo>
                    <a:pt x="203521" y="168690"/>
                  </a:lnTo>
                  <a:lnTo>
                    <a:pt x="203647" y="168402"/>
                  </a:lnTo>
                  <a:lnTo>
                    <a:pt x="165608" y="168402"/>
                  </a:lnTo>
                  <a:lnTo>
                    <a:pt x="151130" y="151371"/>
                  </a:lnTo>
                  <a:close/>
                </a:path>
                <a:path w="420369" h="232410">
                  <a:moveTo>
                    <a:pt x="181208" y="31813"/>
                  </a:moveTo>
                  <a:lnTo>
                    <a:pt x="107696" y="31813"/>
                  </a:lnTo>
                  <a:lnTo>
                    <a:pt x="115974" y="32260"/>
                  </a:lnTo>
                  <a:lnTo>
                    <a:pt x="115733" y="32260"/>
                  </a:lnTo>
                  <a:lnTo>
                    <a:pt x="123638" y="33602"/>
                  </a:lnTo>
                  <a:lnTo>
                    <a:pt x="123446" y="33602"/>
                  </a:lnTo>
                  <a:lnTo>
                    <a:pt x="130377" y="35665"/>
                  </a:lnTo>
                  <a:lnTo>
                    <a:pt x="165395" y="63306"/>
                  </a:lnTo>
                  <a:lnTo>
                    <a:pt x="180133" y="99736"/>
                  </a:lnTo>
                  <a:lnTo>
                    <a:pt x="181483" y="115976"/>
                  </a:lnTo>
                  <a:lnTo>
                    <a:pt x="181151" y="123781"/>
                  </a:lnTo>
                  <a:lnTo>
                    <a:pt x="170053" y="161798"/>
                  </a:lnTo>
                  <a:lnTo>
                    <a:pt x="165608" y="168402"/>
                  </a:lnTo>
                  <a:lnTo>
                    <a:pt x="203647" y="168402"/>
                  </a:lnTo>
                  <a:lnTo>
                    <a:pt x="214891" y="127556"/>
                  </a:lnTo>
                  <a:lnTo>
                    <a:pt x="215392" y="116268"/>
                  </a:lnTo>
                  <a:lnTo>
                    <a:pt x="215029" y="108173"/>
                  </a:lnTo>
                  <a:lnTo>
                    <a:pt x="214913" y="105591"/>
                  </a:lnTo>
                  <a:lnTo>
                    <a:pt x="203443" y="64246"/>
                  </a:lnTo>
                  <a:lnTo>
                    <a:pt x="185928" y="36944"/>
                  </a:lnTo>
                  <a:lnTo>
                    <a:pt x="181208" y="31813"/>
                  </a:lnTo>
                  <a:close/>
                </a:path>
                <a:path w="420369" h="232410">
                  <a:moveTo>
                    <a:pt x="339979" y="1562"/>
                  </a:moveTo>
                  <a:lnTo>
                    <a:pt x="242443" y="1562"/>
                  </a:lnTo>
                  <a:lnTo>
                    <a:pt x="242443" y="230390"/>
                  </a:lnTo>
                  <a:lnTo>
                    <a:pt x="276352" y="230390"/>
                  </a:lnTo>
                  <a:lnTo>
                    <a:pt x="276352" y="150622"/>
                  </a:lnTo>
                  <a:lnTo>
                    <a:pt x="369728" y="150622"/>
                  </a:lnTo>
                  <a:lnTo>
                    <a:pt x="366141" y="144970"/>
                  </a:lnTo>
                  <a:lnTo>
                    <a:pt x="370967" y="143979"/>
                  </a:lnTo>
                  <a:lnTo>
                    <a:pt x="377444" y="139992"/>
                  </a:lnTo>
                  <a:lnTo>
                    <a:pt x="385318" y="133007"/>
                  </a:lnTo>
                  <a:lnTo>
                    <a:pt x="390983" y="127487"/>
                  </a:lnTo>
                  <a:lnTo>
                    <a:pt x="395970" y="121408"/>
                  </a:lnTo>
                  <a:lnTo>
                    <a:pt x="397464" y="119100"/>
                  </a:lnTo>
                  <a:lnTo>
                    <a:pt x="276352" y="119100"/>
                  </a:lnTo>
                  <a:lnTo>
                    <a:pt x="276352" y="33083"/>
                  </a:lnTo>
                  <a:lnTo>
                    <a:pt x="396660" y="33083"/>
                  </a:lnTo>
                  <a:lnTo>
                    <a:pt x="395021" y="30667"/>
                  </a:lnTo>
                  <a:lnTo>
                    <a:pt x="361749" y="5162"/>
                  </a:lnTo>
                  <a:lnTo>
                    <a:pt x="347600" y="1962"/>
                  </a:lnTo>
                  <a:lnTo>
                    <a:pt x="339979" y="1562"/>
                  </a:lnTo>
                  <a:close/>
                </a:path>
                <a:path w="420369" h="232410">
                  <a:moveTo>
                    <a:pt x="369728" y="150622"/>
                  </a:moveTo>
                  <a:lnTo>
                    <a:pt x="330454" y="150622"/>
                  </a:lnTo>
                  <a:lnTo>
                    <a:pt x="381254" y="230390"/>
                  </a:lnTo>
                  <a:lnTo>
                    <a:pt x="420370" y="230390"/>
                  </a:lnTo>
                  <a:lnTo>
                    <a:pt x="369728" y="150622"/>
                  </a:lnTo>
                  <a:close/>
                </a:path>
                <a:path w="420369" h="232410">
                  <a:moveTo>
                    <a:pt x="396660" y="33083"/>
                  </a:moveTo>
                  <a:lnTo>
                    <a:pt x="345567" y="33083"/>
                  </a:lnTo>
                  <a:lnTo>
                    <a:pt x="351790" y="35039"/>
                  </a:lnTo>
                  <a:lnTo>
                    <a:pt x="363093" y="42824"/>
                  </a:lnTo>
                  <a:lnTo>
                    <a:pt x="367665" y="48006"/>
                  </a:lnTo>
                  <a:lnTo>
                    <a:pt x="371221" y="54495"/>
                  </a:lnTo>
                  <a:lnTo>
                    <a:pt x="374650" y="60985"/>
                  </a:lnTo>
                  <a:lnTo>
                    <a:pt x="376428" y="68084"/>
                  </a:lnTo>
                  <a:lnTo>
                    <a:pt x="376428" y="83388"/>
                  </a:lnTo>
                  <a:lnTo>
                    <a:pt x="354076" y="117144"/>
                  </a:lnTo>
                  <a:lnTo>
                    <a:pt x="347853" y="119100"/>
                  </a:lnTo>
                  <a:lnTo>
                    <a:pt x="397464" y="119100"/>
                  </a:lnTo>
                  <a:lnTo>
                    <a:pt x="410210" y="75755"/>
                  </a:lnTo>
                  <a:lnTo>
                    <a:pt x="409898" y="68954"/>
                  </a:lnTo>
                  <a:lnTo>
                    <a:pt x="398970" y="36488"/>
                  </a:lnTo>
                  <a:lnTo>
                    <a:pt x="396660" y="330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85021" y="4653432"/>
              <a:ext cx="893889" cy="23797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94859" y="5015382"/>
              <a:ext cx="1505851" cy="30280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54990" y="5015382"/>
              <a:ext cx="1248918" cy="302806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8759532" y="4209193"/>
            <a:ext cx="6925945" cy="184848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995044" marR="514350" indent="-982980">
              <a:lnSpc>
                <a:spcPts val="2850"/>
              </a:lnSpc>
              <a:spcBef>
                <a:spcPts val="215"/>
              </a:spcBef>
            </a:pP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24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2400" spc="-25">
                <a:solidFill>
                  <a:srgbClr val="FFFFFF"/>
                </a:solidFill>
                <a:latin typeface="Trebuchet MS"/>
                <a:cs typeface="Trebuchet MS"/>
              </a:rPr>
              <a:t> presentation,</a:t>
            </a:r>
            <a:r>
              <a:rPr dirty="0" sz="24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we'll</a:t>
            </a:r>
            <a:r>
              <a:rPr dirty="0" sz="24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explore</a:t>
            </a:r>
            <a:r>
              <a:rPr dirty="0" sz="24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4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world</a:t>
            </a:r>
            <a:r>
              <a:rPr dirty="0" sz="2400" spc="-25">
                <a:solidFill>
                  <a:srgbClr val="FFFFFF"/>
                </a:solidFill>
                <a:latin typeface="Trebuchet MS"/>
                <a:cs typeface="Trebuchet MS"/>
              </a:rPr>
              <a:t> of </a:t>
            </a:r>
            <a:r>
              <a:rPr dirty="0" sz="2400" spc="9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dirty="0" sz="24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they</a:t>
            </a:r>
            <a:r>
              <a:rPr dirty="0" sz="24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Trebuchet MS"/>
                <a:cs typeface="Trebuchet MS"/>
              </a:rPr>
              <a:t>enhance</a:t>
            </a:r>
            <a:r>
              <a:rPr dirty="0" sz="24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dirty="0" sz="24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digital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760"/>
              </a:lnSpc>
              <a:tabLst>
                <a:tab pos="4128770" algn="l"/>
                <a:tab pos="5754370" algn="l"/>
              </a:tabLst>
            </a:pP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experience.</a:t>
            </a:r>
            <a:r>
              <a:rPr dirty="0" sz="24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35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400" spc="-355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2400" spc="-1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we'll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ts val="2850"/>
              </a:lnSpc>
              <a:spcBef>
                <a:spcPts val="165"/>
              </a:spcBef>
            </a:pP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cover</a:t>
            </a:r>
            <a:r>
              <a:rPr dirty="0" sz="24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everything</a:t>
            </a:r>
            <a:r>
              <a:rPr dirty="0" sz="24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dirty="0" sz="24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Trebuchet MS"/>
                <a:cs typeface="Trebuchet MS"/>
              </a:rPr>
              <a:t>need</a:t>
            </a:r>
            <a:r>
              <a:rPr dirty="0" sz="24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4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Trebuchet MS"/>
                <a:cs typeface="Trebuchet MS"/>
              </a:rPr>
              <a:t>know</a:t>
            </a:r>
            <a:r>
              <a:rPr dirty="0" sz="24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4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rebuchet MS"/>
                <a:cs typeface="Trebuchet MS"/>
              </a:rPr>
              <a:t>get</a:t>
            </a:r>
            <a:r>
              <a:rPr dirty="0" sz="24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started with</a:t>
            </a:r>
            <a:r>
              <a:rPr dirty="0" sz="24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dirty="0" sz="24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60">
                <a:solidFill>
                  <a:srgbClr val="FFFFFF"/>
                </a:solidFill>
                <a:latin typeface="Trebuchet MS"/>
                <a:cs typeface="Trebuchet MS"/>
              </a:rPr>
              <a:t>nifty</a:t>
            </a:r>
            <a:r>
              <a:rPr dirty="0" sz="2400" spc="-1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95">
                <a:solidFill>
                  <a:srgbClr val="FFFFFF"/>
                </a:solidFill>
                <a:latin typeface="Trebuchet MS"/>
                <a:cs typeface="Trebuchet MS"/>
              </a:rPr>
              <a:t>little</a:t>
            </a:r>
            <a:r>
              <a:rPr dirty="0" sz="24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Trebuchet MS"/>
                <a:cs typeface="Trebuchet MS"/>
              </a:rPr>
              <a:t>codes!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7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4"/>
              <a:t>What</a:t>
            </a:r>
            <a:r>
              <a:rPr dirty="0" spc="-420"/>
              <a:t> </a:t>
            </a:r>
            <a:r>
              <a:rPr dirty="0" spc="-125"/>
              <a:t>is</a:t>
            </a:r>
            <a:r>
              <a:rPr dirty="0" spc="-420"/>
              <a:t> </a:t>
            </a:r>
            <a:r>
              <a:rPr dirty="0" spc="-254"/>
              <a:t>a</a:t>
            </a:r>
            <a:r>
              <a:rPr dirty="0" spc="-415"/>
              <a:t> </a:t>
            </a:r>
            <a:r>
              <a:rPr dirty="0" spc="-285"/>
              <a:t>QR</a:t>
            </a:r>
            <a:r>
              <a:rPr dirty="0" spc="-420"/>
              <a:t> </a:t>
            </a:r>
            <a:r>
              <a:rPr dirty="0" spc="-10"/>
              <a:t>Code?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4858" y="2624874"/>
            <a:ext cx="1310957" cy="22308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610169" y="2546941"/>
            <a:ext cx="7720965" cy="1739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21435">
              <a:lnSpc>
                <a:spcPct val="100000"/>
              </a:lnSpc>
              <a:spcBef>
                <a:spcPts val="95"/>
              </a:spcBef>
            </a:pPr>
            <a:r>
              <a:rPr dirty="0" sz="2250" spc="-325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22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225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FFFFFF"/>
                </a:solidFill>
                <a:latin typeface="Trebuchet MS"/>
                <a:cs typeface="Trebuchet MS"/>
              </a:rPr>
              <a:t>Quick</a:t>
            </a:r>
            <a:r>
              <a:rPr dirty="0" sz="22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114">
                <a:solidFill>
                  <a:srgbClr val="FFFFFF"/>
                </a:solidFill>
                <a:latin typeface="Trebuchet MS"/>
                <a:cs typeface="Trebuchet MS"/>
              </a:rPr>
              <a:t>Response</a:t>
            </a:r>
            <a:r>
              <a:rPr dirty="0" sz="22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55">
                <a:solidFill>
                  <a:srgbClr val="FFFFFF"/>
                </a:solidFill>
                <a:latin typeface="Trebuchet MS"/>
                <a:cs typeface="Trebuchet MS"/>
              </a:rPr>
              <a:t>Codes,</a:t>
            </a:r>
            <a:r>
              <a:rPr dirty="0" sz="22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22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FFFFFF"/>
                </a:solidFill>
                <a:latin typeface="Trebuchet MS"/>
                <a:cs typeface="Trebuchet MS"/>
              </a:rPr>
              <a:t>two-</a:t>
            </a:r>
            <a:r>
              <a:rPr dirty="0" sz="2250" spc="40">
                <a:solidFill>
                  <a:srgbClr val="FFFFFF"/>
                </a:solidFill>
                <a:latin typeface="Trebuchet MS"/>
                <a:cs typeface="Trebuchet MS"/>
              </a:rPr>
              <a:t>dimensional </a:t>
            </a:r>
            <a:r>
              <a:rPr dirty="0" sz="2250" spc="75">
                <a:solidFill>
                  <a:srgbClr val="FFFFFF"/>
                </a:solidFill>
                <a:latin typeface="Trebuchet MS"/>
                <a:cs typeface="Trebuchet MS"/>
              </a:rPr>
              <a:t>barcodes</a:t>
            </a:r>
            <a:r>
              <a:rPr dirty="0" sz="2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-5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2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7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dirty="0" sz="22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FFFFFF"/>
                </a:solidFill>
                <a:latin typeface="Trebuchet MS"/>
                <a:cs typeface="Trebuchet MS"/>
              </a:rPr>
              <a:t>store</a:t>
            </a:r>
            <a:r>
              <a:rPr dirty="0" sz="2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-45">
                <a:solidFill>
                  <a:srgbClr val="FFFFFF"/>
                </a:solidFill>
                <a:latin typeface="Trebuchet MS"/>
                <a:cs typeface="Trebuchet MS"/>
              </a:rPr>
              <a:t>information.</a:t>
            </a:r>
            <a:r>
              <a:rPr dirty="0" sz="2250" spc="-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70">
                <a:solidFill>
                  <a:srgbClr val="FFFFFF"/>
                </a:solidFill>
                <a:latin typeface="Trebuchet MS"/>
                <a:cs typeface="Trebuchet MS"/>
              </a:rPr>
              <a:t>They</a:t>
            </a:r>
            <a:r>
              <a:rPr dirty="0" sz="2250" spc="-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65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dirty="0" sz="2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11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dirty="0" sz="22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85">
                <a:solidFill>
                  <a:srgbClr val="FFFFFF"/>
                </a:solidFill>
                <a:latin typeface="Trebuchet MS"/>
                <a:cs typeface="Trebuchet MS"/>
              </a:rPr>
              <a:t>scanned using</a:t>
            </a:r>
            <a:r>
              <a:rPr dirty="0" sz="2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70">
                <a:solidFill>
                  <a:srgbClr val="FFFFFF"/>
                </a:solidFill>
                <a:latin typeface="Trebuchet MS"/>
                <a:cs typeface="Trebuchet MS"/>
              </a:rPr>
              <a:t>smartphones</a:t>
            </a:r>
            <a:r>
              <a:rPr dirty="0" sz="225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25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FFFFFF"/>
                </a:solidFill>
                <a:latin typeface="Trebuchet MS"/>
                <a:cs typeface="Trebuchet MS"/>
              </a:rPr>
              <a:t>quickly</a:t>
            </a:r>
            <a:r>
              <a:rPr dirty="0" sz="225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105">
                <a:solidFill>
                  <a:srgbClr val="FFFFFF"/>
                </a:solidFill>
                <a:latin typeface="Trebuchet MS"/>
                <a:cs typeface="Trebuchet MS"/>
              </a:rPr>
              <a:t>access</a:t>
            </a:r>
            <a:r>
              <a:rPr dirty="0" sz="225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FFFFFF"/>
                </a:solidFill>
                <a:latin typeface="Trebuchet MS"/>
                <a:cs typeface="Trebuchet MS"/>
              </a:rPr>
              <a:t>websites,</a:t>
            </a:r>
            <a:r>
              <a:rPr dirty="0" sz="2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Trebuchet MS"/>
                <a:cs typeface="Trebuchet MS"/>
              </a:rPr>
              <a:t>contact </a:t>
            </a:r>
            <a:r>
              <a:rPr dirty="0" sz="2250" spc="-35">
                <a:solidFill>
                  <a:srgbClr val="FFFFFF"/>
                </a:solidFill>
                <a:latin typeface="Trebuchet MS"/>
                <a:cs typeface="Trebuchet MS"/>
              </a:rPr>
              <a:t>information,</a:t>
            </a:r>
            <a:r>
              <a:rPr dirty="0" sz="22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225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60">
                <a:solidFill>
                  <a:srgbClr val="FFFFFF"/>
                </a:solidFill>
                <a:latin typeface="Trebuchet MS"/>
                <a:cs typeface="Trebuchet MS"/>
              </a:rPr>
              <a:t>even</a:t>
            </a:r>
            <a:r>
              <a:rPr dirty="0" sz="22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65">
                <a:solidFill>
                  <a:srgbClr val="FFFFFF"/>
                </a:solidFill>
                <a:latin typeface="Trebuchet MS"/>
                <a:cs typeface="Trebuchet MS"/>
              </a:rPr>
              <a:t>make</a:t>
            </a:r>
            <a:r>
              <a:rPr dirty="0" sz="22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FFFFFF"/>
                </a:solidFill>
                <a:latin typeface="Trebuchet MS"/>
                <a:cs typeface="Trebuchet MS"/>
              </a:rPr>
              <a:t>payments.</a:t>
            </a:r>
            <a:r>
              <a:rPr dirty="0" sz="225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Trebuchet MS"/>
                <a:cs typeface="Trebuchet MS"/>
              </a:rPr>
              <a:t>Their</a:t>
            </a:r>
            <a:r>
              <a:rPr dirty="0" sz="2250" spc="-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Trebuchet MS"/>
                <a:cs typeface="Trebuchet MS"/>
              </a:rPr>
              <a:t>versatility </a:t>
            </a:r>
            <a:r>
              <a:rPr dirty="0" sz="2250" spc="85">
                <a:solidFill>
                  <a:srgbClr val="FFFFFF"/>
                </a:solidFill>
                <a:latin typeface="Trebuchet MS"/>
                <a:cs typeface="Trebuchet MS"/>
              </a:rPr>
              <a:t>makes</a:t>
            </a:r>
            <a:r>
              <a:rPr dirty="0" sz="22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50">
                <a:solidFill>
                  <a:srgbClr val="FFFFFF"/>
                </a:solidFill>
                <a:latin typeface="Trebuchet MS"/>
                <a:cs typeface="Trebuchet MS"/>
              </a:rPr>
              <a:t>them</a:t>
            </a:r>
            <a:r>
              <a:rPr dirty="0" sz="22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2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50">
                <a:solidFill>
                  <a:srgbClr val="FFFFFF"/>
                </a:solidFill>
                <a:latin typeface="Trebuchet MS"/>
                <a:cs typeface="Trebuchet MS"/>
              </a:rPr>
              <a:t>popular</a:t>
            </a:r>
            <a:r>
              <a:rPr dirty="0" sz="225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55">
                <a:solidFill>
                  <a:srgbClr val="FFFFFF"/>
                </a:solidFill>
                <a:latin typeface="Trebuchet MS"/>
                <a:cs typeface="Trebuchet MS"/>
              </a:rPr>
              <a:t>choice</a:t>
            </a:r>
            <a:r>
              <a:rPr dirty="0" sz="22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-2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22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55">
                <a:solidFill>
                  <a:srgbClr val="FFFFFF"/>
                </a:solidFill>
                <a:latin typeface="Trebuchet MS"/>
                <a:cs typeface="Trebuchet MS"/>
              </a:rPr>
              <a:t>today's</a:t>
            </a:r>
            <a:r>
              <a:rPr dirty="0" sz="22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FFFFFF"/>
                </a:solidFill>
                <a:latin typeface="Trebuchet MS"/>
                <a:cs typeface="Trebuchet MS"/>
              </a:rPr>
              <a:t>tech-</a:t>
            </a:r>
            <a:r>
              <a:rPr dirty="0" sz="2250" spc="90">
                <a:solidFill>
                  <a:srgbClr val="FFFFFF"/>
                </a:solidFill>
                <a:latin typeface="Trebuchet MS"/>
                <a:cs typeface="Trebuchet MS"/>
              </a:rPr>
              <a:t>savvy</a:t>
            </a:r>
            <a:r>
              <a:rPr dirty="0" sz="2250" spc="-20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Trebuchet MS"/>
                <a:cs typeface="Trebuchet MS"/>
              </a:rPr>
              <a:t>world.</a:t>
            </a:r>
            <a:endParaRPr sz="2250">
              <a:latin typeface="Trebuchet MS"/>
              <a:cs typeface="Trebuchet M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50383" y="1062035"/>
            <a:ext cx="5610224" cy="8162925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622856" y="9204807"/>
            <a:ext cx="7738109" cy="20320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43" y="1447"/>
                </a:moveTo>
                <a:lnTo>
                  <a:pt x="0" y="0"/>
                </a:lnTo>
                <a:lnTo>
                  <a:pt x="0" y="18719"/>
                </a:lnTo>
                <a:lnTo>
                  <a:pt x="7737843" y="20154"/>
                </a:lnTo>
                <a:lnTo>
                  <a:pt x="7737843" y="14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76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4899583" y="875375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42" y="453516"/>
                </a:moveTo>
                <a:lnTo>
                  <a:pt x="0" y="453516"/>
                </a:lnTo>
                <a:lnTo>
                  <a:pt x="0" y="0"/>
                </a:lnTo>
                <a:lnTo>
                  <a:pt x="453684" y="0"/>
                </a:lnTo>
                <a:lnTo>
                  <a:pt x="453684" y="453516"/>
                </a:lnTo>
                <a:lnTo>
                  <a:pt x="226842" y="453516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647046" y="875375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15" y="453516"/>
                </a:moveTo>
                <a:lnTo>
                  <a:pt x="0" y="453516"/>
                </a:lnTo>
                <a:lnTo>
                  <a:pt x="0" y="0"/>
                </a:lnTo>
                <a:lnTo>
                  <a:pt x="453557" y="0"/>
                </a:lnTo>
                <a:lnTo>
                  <a:pt x="453557" y="453516"/>
                </a:lnTo>
                <a:lnTo>
                  <a:pt x="226715" y="453516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6393619" y="875375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42" y="453516"/>
                </a:moveTo>
                <a:lnTo>
                  <a:pt x="0" y="453516"/>
                </a:lnTo>
                <a:lnTo>
                  <a:pt x="0" y="0"/>
                </a:lnTo>
                <a:lnTo>
                  <a:pt x="453557" y="0"/>
                </a:lnTo>
                <a:lnTo>
                  <a:pt x="453557" y="453516"/>
                </a:lnTo>
                <a:lnTo>
                  <a:pt x="226842" y="453516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1536" y="1176528"/>
            <a:ext cx="3992880" cy="183184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83944" y="1238135"/>
            <a:ext cx="1398447" cy="23797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875602" y="1155846"/>
            <a:ext cx="8865870" cy="1848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10"/>
              </a:spcBef>
              <a:tabLst>
                <a:tab pos="2382520" algn="l"/>
              </a:tabLst>
            </a:pPr>
            <a:r>
              <a:rPr dirty="0" sz="2400" spc="100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	is</a:t>
            </a:r>
            <a:r>
              <a:rPr dirty="0" sz="24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4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great</a:t>
            </a:r>
            <a:r>
              <a:rPr dirty="0" sz="24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Trebuchet MS"/>
                <a:cs typeface="Trebuchet MS"/>
              </a:rPr>
              <a:t>way</a:t>
            </a:r>
            <a:r>
              <a:rPr dirty="0" sz="24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4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share</a:t>
            </a:r>
            <a:r>
              <a:rPr dirty="0" sz="24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information</a:t>
            </a:r>
            <a:r>
              <a:rPr dirty="0" sz="24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quickly</a:t>
            </a:r>
            <a:r>
              <a:rPr dirty="0" sz="24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effciently.</a:t>
            </a:r>
            <a:r>
              <a:rPr dirty="0" sz="2400" spc="-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rebuchet MS"/>
                <a:cs typeface="Trebuchet MS"/>
              </a:rPr>
              <a:t>They</a:t>
            </a:r>
            <a:r>
              <a:rPr dirty="0" sz="24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Trebuchet MS"/>
                <a:cs typeface="Trebuchet MS"/>
              </a:rPr>
              <a:t>save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time,</a:t>
            </a:r>
            <a:r>
              <a:rPr dirty="0" sz="24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rebuchet MS"/>
                <a:cs typeface="Trebuchet MS"/>
              </a:rPr>
              <a:t>reduce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4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Trebuchet MS"/>
                <a:cs typeface="Trebuchet MS"/>
              </a:rPr>
              <a:t>need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45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400" spc="-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physical </a:t>
            </a:r>
            <a:r>
              <a:rPr dirty="0" sz="2400" spc="-35">
                <a:solidFill>
                  <a:srgbClr val="FFFFFF"/>
                </a:solidFill>
                <a:latin typeface="Trebuchet MS"/>
                <a:cs typeface="Trebuchet MS"/>
              </a:rPr>
              <a:t>materials,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easily</a:t>
            </a:r>
            <a:r>
              <a:rPr dirty="0" sz="2400" spc="-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integrated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Trebuchet MS"/>
                <a:cs typeface="Trebuchet MS"/>
              </a:rPr>
              <a:t>into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marketing </a:t>
            </a:r>
            <a:r>
              <a:rPr dirty="0" sz="2400" spc="-20">
                <a:solidFill>
                  <a:srgbClr val="FFFFFF"/>
                </a:solidFill>
                <a:latin typeface="Trebuchet MS"/>
                <a:cs typeface="Trebuchet MS"/>
              </a:rPr>
              <a:t>strategies.</a:t>
            </a:r>
            <a:r>
              <a:rPr dirty="0" sz="24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Plus,</a:t>
            </a:r>
            <a:r>
              <a:rPr dirty="0" sz="24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they</a:t>
            </a:r>
            <a:r>
              <a:rPr dirty="0" sz="2400" spc="-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dirty="0" sz="24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40">
                <a:solidFill>
                  <a:srgbClr val="FFFFFF"/>
                </a:solidFill>
                <a:latin typeface="Trebuchet MS"/>
                <a:cs typeface="Trebuchet MS"/>
              </a:rPr>
              <a:t>engage</a:t>
            </a:r>
            <a:r>
              <a:rPr dirty="0" sz="24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Trebuchet MS"/>
                <a:cs typeface="Trebuchet MS"/>
              </a:rPr>
              <a:t>customers</a:t>
            </a:r>
            <a:r>
              <a:rPr dirty="0" sz="24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24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4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fun</a:t>
            </a:r>
            <a:r>
              <a:rPr dirty="0" sz="24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dirty="0" sz="2400" spc="-35">
                <a:solidFill>
                  <a:srgbClr val="FFFFFF"/>
                </a:solidFill>
                <a:latin typeface="Trebuchet MS"/>
                <a:cs typeface="Trebuchet MS"/>
              </a:rPr>
              <a:t>interactive</a:t>
            </a:r>
            <a:r>
              <a:rPr dirty="0" sz="24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Trebuchet MS"/>
                <a:cs typeface="Trebuchet MS"/>
              </a:rPr>
              <a:t>way!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76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52158" y="946943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99" y="453514"/>
                </a:moveTo>
                <a:lnTo>
                  <a:pt x="0" y="453514"/>
                </a:lnTo>
                <a:lnTo>
                  <a:pt x="0" y="0"/>
                </a:lnTo>
                <a:lnTo>
                  <a:pt x="453597" y="0"/>
                </a:lnTo>
                <a:lnTo>
                  <a:pt x="453597" y="453514"/>
                </a:lnTo>
                <a:lnTo>
                  <a:pt x="226799" y="453514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99516" y="946943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96" y="453514"/>
                </a:moveTo>
                <a:lnTo>
                  <a:pt x="0" y="453514"/>
                </a:lnTo>
                <a:lnTo>
                  <a:pt x="0" y="0"/>
                </a:lnTo>
                <a:lnTo>
                  <a:pt x="453601" y="0"/>
                </a:lnTo>
                <a:lnTo>
                  <a:pt x="453601" y="453514"/>
                </a:lnTo>
                <a:lnTo>
                  <a:pt x="226796" y="453514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946145" y="946943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04" y="453514"/>
                </a:moveTo>
                <a:lnTo>
                  <a:pt x="0" y="453514"/>
                </a:lnTo>
                <a:lnTo>
                  <a:pt x="0" y="0"/>
                </a:lnTo>
                <a:lnTo>
                  <a:pt x="453608" y="0"/>
                </a:lnTo>
                <a:lnTo>
                  <a:pt x="453608" y="453514"/>
                </a:lnTo>
                <a:lnTo>
                  <a:pt x="226804" y="453514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95"/>
              </a:spcBef>
            </a:pPr>
            <a:r>
              <a:rPr dirty="0" sz="4050" spc="-85"/>
              <a:t>Choosing</a:t>
            </a:r>
            <a:r>
              <a:rPr dirty="0" sz="4050" spc="-285"/>
              <a:t> </a:t>
            </a:r>
            <a:r>
              <a:rPr dirty="0" sz="4050" spc="-180"/>
              <a:t>a</a:t>
            </a:r>
            <a:r>
              <a:rPr dirty="0" sz="4050" spc="-280"/>
              <a:t> </a:t>
            </a:r>
            <a:r>
              <a:rPr dirty="0" sz="4050" spc="-200"/>
              <a:t>QR</a:t>
            </a:r>
            <a:r>
              <a:rPr dirty="0" sz="4050" spc="-280"/>
              <a:t> </a:t>
            </a:r>
            <a:r>
              <a:rPr dirty="0" sz="4050"/>
              <a:t>Code</a:t>
            </a:r>
            <a:r>
              <a:rPr dirty="0" sz="4050" spc="-280"/>
              <a:t> </a:t>
            </a:r>
            <a:r>
              <a:rPr dirty="0" sz="4050" spc="-114"/>
              <a:t>Generator</a:t>
            </a:r>
            <a:endParaRPr sz="4050"/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0543" y="2997974"/>
            <a:ext cx="2746768" cy="23797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9755" y="3356876"/>
            <a:ext cx="1596301" cy="24102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625155" y="2915685"/>
            <a:ext cx="8273415" cy="1848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865"/>
              </a:lnSpc>
              <a:spcBef>
                <a:spcPts val="95"/>
              </a:spcBef>
              <a:tabLst>
                <a:tab pos="5304155" algn="l"/>
              </a:tabLst>
            </a:pPr>
            <a:r>
              <a:rPr dirty="0" sz="2400" spc="165">
                <a:solidFill>
                  <a:srgbClr val="FFFFFF"/>
                </a:solidFill>
                <a:latin typeface="Trebuchet MS"/>
                <a:cs typeface="Trebuchet MS"/>
              </a:rPr>
              <a:t>When</a:t>
            </a:r>
            <a:r>
              <a:rPr dirty="0" sz="2400" spc="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selecting</a:t>
            </a:r>
            <a:r>
              <a:rPr dirty="0" sz="2400" spc="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400" spc="-355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24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Trebuchet MS"/>
                <a:cs typeface="Trebuchet MS"/>
              </a:rPr>
              <a:t>consider</a:t>
            </a:r>
            <a:r>
              <a:rPr dirty="0" sz="24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factors</a:t>
            </a:r>
            <a:r>
              <a:rPr dirty="0" sz="24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Trebuchet MS"/>
                <a:cs typeface="Trebuchet MS"/>
              </a:rPr>
              <a:t>like</a:t>
            </a:r>
            <a:endParaRPr sz="2400">
              <a:latin typeface="Trebuchet MS"/>
              <a:cs typeface="Trebuchet MS"/>
            </a:endParaRPr>
          </a:p>
          <a:p>
            <a:pPr marL="12700" marR="337185" indent="1604645">
              <a:lnSpc>
                <a:spcPts val="2850"/>
              </a:lnSpc>
              <a:spcBef>
                <a:spcPts val="105"/>
              </a:spcBef>
            </a:pPr>
            <a:r>
              <a:rPr dirty="0" sz="2400" spc="-355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24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customization</a:t>
            </a:r>
            <a:r>
              <a:rPr dirty="0" sz="24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options,</a:t>
            </a:r>
            <a:r>
              <a:rPr dirty="0" sz="24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4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whether</a:t>
            </a:r>
            <a:r>
              <a:rPr dirty="0" sz="24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7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24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tracks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scans.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75">
                <a:solidFill>
                  <a:srgbClr val="FFFFFF"/>
                </a:solidFill>
                <a:latin typeface="Trebuchet MS"/>
                <a:cs typeface="Trebuchet MS"/>
              </a:rPr>
              <a:t>Some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Trebuchet MS"/>
                <a:cs typeface="Trebuchet MS"/>
              </a:rPr>
              <a:t>generators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Trebuchet MS"/>
                <a:cs typeface="Trebuchet MS"/>
              </a:rPr>
              <a:t>oﬀer</a:t>
            </a:r>
            <a:r>
              <a:rPr dirty="0" sz="24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free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24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while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others</a:t>
            </a:r>
            <a:endParaRPr sz="2400">
              <a:latin typeface="Trebuchet MS"/>
              <a:cs typeface="Trebuchet MS"/>
            </a:endParaRPr>
          </a:p>
          <a:p>
            <a:pPr marL="12700" marR="40640">
              <a:lnSpc>
                <a:spcPts val="2850"/>
              </a:lnSpc>
              <a:spcBef>
                <a:spcPts val="75"/>
              </a:spcBef>
            </a:pP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provide</a:t>
            </a:r>
            <a:r>
              <a:rPr dirty="0" sz="24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rebuchet MS"/>
                <a:cs typeface="Trebuchet MS"/>
              </a:rPr>
              <a:t>premium</a:t>
            </a:r>
            <a:r>
              <a:rPr dirty="0" sz="24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45">
                <a:solidFill>
                  <a:srgbClr val="FFFFFF"/>
                </a:solidFill>
                <a:latin typeface="Trebuchet MS"/>
                <a:cs typeface="Trebuchet MS"/>
              </a:rPr>
              <a:t>features.</a:t>
            </a:r>
            <a:r>
              <a:rPr dirty="0" sz="24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rebuchet MS"/>
                <a:cs typeface="Trebuchet MS"/>
              </a:rPr>
              <a:t>Choose</a:t>
            </a:r>
            <a:r>
              <a:rPr dirty="0" sz="24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Trebuchet MS"/>
                <a:cs typeface="Trebuchet MS"/>
              </a:rPr>
              <a:t>one</a:t>
            </a:r>
            <a:r>
              <a:rPr dirty="0" sz="2400" spc="-50">
                <a:solidFill>
                  <a:srgbClr val="FFFFFF"/>
                </a:solidFill>
                <a:latin typeface="Trebuchet MS"/>
                <a:cs typeface="Trebuchet MS"/>
              </a:rPr>
              <a:t> that </a:t>
            </a:r>
            <a:r>
              <a:rPr dirty="0" sz="2400" spc="-100">
                <a:solidFill>
                  <a:srgbClr val="FFFFFF"/>
                </a:solidFill>
                <a:latin typeface="Trebuchet MS"/>
                <a:cs typeface="Trebuchet MS"/>
              </a:rPr>
              <a:t>fits</a:t>
            </a:r>
            <a:r>
              <a:rPr dirty="0" sz="24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dirty="0" sz="24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Trebuchet MS"/>
                <a:cs typeface="Trebuchet MS"/>
              </a:rPr>
              <a:t>needs </a:t>
            </a:r>
            <a:r>
              <a:rPr dirty="0" sz="2400" spc="9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4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budget!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635917" y="1060556"/>
            <a:ext cx="5610224" cy="8162925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9756720" y="1326953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87" y="453523"/>
                </a:moveTo>
                <a:lnTo>
                  <a:pt x="0" y="453523"/>
                </a:lnTo>
                <a:lnTo>
                  <a:pt x="0" y="0"/>
                </a:lnTo>
                <a:lnTo>
                  <a:pt x="453574" y="0"/>
                </a:lnTo>
                <a:lnTo>
                  <a:pt x="453574" y="453523"/>
                </a:lnTo>
                <a:lnTo>
                  <a:pt x="226787" y="453523"/>
                </a:lnTo>
                <a:close/>
              </a:path>
            </a:pathLst>
          </a:custGeom>
          <a:ln w="1871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0503330" y="1326953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87" y="453523"/>
                </a:moveTo>
                <a:lnTo>
                  <a:pt x="0" y="453523"/>
                </a:lnTo>
                <a:lnTo>
                  <a:pt x="0" y="0"/>
                </a:lnTo>
                <a:lnTo>
                  <a:pt x="453574" y="0"/>
                </a:lnTo>
                <a:lnTo>
                  <a:pt x="453574" y="453523"/>
                </a:lnTo>
                <a:lnTo>
                  <a:pt x="226787" y="453523"/>
                </a:lnTo>
                <a:close/>
              </a:path>
            </a:pathLst>
          </a:custGeom>
          <a:ln w="1871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7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950" spc="-100"/>
              <a:t>How</a:t>
            </a:r>
            <a:r>
              <a:rPr dirty="0" sz="4950" spc="-330"/>
              <a:t> </a:t>
            </a:r>
            <a:r>
              <a:rPr dirty="0" sz="4950" spc="-130"/>
              <a:t>to</a:t>
            </a:r>
            <a:r>
              <a:rPr dirty="0" sz="4950" spc="-325"/>
              <a:t> </a:t>
            </a:r>
            <a:r>
              <a:rPr dirty="0" sz="4950" spc="-150"/>
              <a:t>Create</a:t>
            </a:r>
            <a:r>
              <a:rPr dirty="0" sz="4950" spc="-325"/>
              <a:t> </a:t>
            </a:r>
            <a:r>
              <a:rPr dirty="0" sz="4950" spc="-215"/>
              <a:t>a</a:t>
            </a:r>
            <a:r>
              <a:rPr dirty="0" sz="4950" spc="-330"/>
              <a:t> </a:t>
            </a:r>
            <a:r>
              <a:rPr dirty="0" sz="4950" spc="-225"/>
              <a:t>QR</a:t>
            </a:r>
            <a:r>
              <a:rPr dirty="0" sz="4950" spc="-325"/>
              <a:t> </a:t>
            </a:r>
            <a:r>
              <a:rPr dirty="0" sz="4950" spc="-20"/>
              <a:t>Code</a:t>
            </a:r>
            <a:endParaRPr sz="495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5523" y="2629230"/>
            <a:ext cx="1253451" cy="23797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610169" y="2546941"/>
            <a:ext cx="7646034" cy="1848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10"/>
              </a:spcBef>
              <a:tabLst>
                <a:tab pos="2862580" algn="l"/>
              </a:tabLst>
            </a:pP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Creating</a:t>
            </a:r>
            <a:r>
              <a:rPr dirty="0" sz="24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	is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simple!</a:t>
            </a:r>
            <a:r>
              <a:rPr dirty="0" sz="24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Just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enter</a:t>
            </a:r>
            <a:r>
              <a:rPr dirty="0" sz="24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information</a:t>
            </a:r>
            <a:r>
              <a:rPr dirty="0" sz="24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dirty="0" sz="24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want</a:t>
            </a:r>
            <a:r>
              <a:rPr dirty="0" sz="24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4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encode,</a:t>
            </a:r>
            <a:r>
              <a:rPr dirty="0" sz="24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Trebuchet MS"/>
                <a:cs typeface="Trebuchet MS"/>
              </a:rPr>
              <a:t>choose</a:t>
            </a:r>
            <a:r>
              <a:rPr dirty="0" sz="24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dirty="0" sz="24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design, </a:t>
            </a:r>
            <a:r>
              <a:rPr dirty="0" sz="2400" spc="8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400" spc="-90">
                <a:solidFill>
                  <a:srgbClr val="FFFFFF"/>
                </a:solidFill>
                <a:latin typeface="Trebuchet MS"/>
                <a:cs typeface="Trebuchet MS"/>
              </a:rPr>
              <a:t> hit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generate.</a:t>
            </a:r>
            <a:r>
              <a:rPr dirty="0" sz="24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Trebuchet MS"/>
                <a:cs typeface="Trebuchet MS"/>
              </a:rPr>
              <a:t>Most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Trebuchet MS"/>
                <a:cs typeface="Trebuchet MS"/>
              </a:rPr>
              <a:t>generators</a:t>
            </a:r>
            <a:r>
              <a:rPr dirty="0" sz="2400" spc="-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Trebuchet MS"/>
                <a:cs typeface="Trebuchet MS"/>
              </a:rPr>
              <a:t>will</a:t>
            </a:r>
            <a:r>
              <a:rPr dirty="0" sz="2400" spc="-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allow</a:t>
            </a:r>
            <a:r>
              <a:rPr dirty="0" sz="2400" spc="-2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dirty="0" sz="24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dirty="0" sz="2400" spc="50">
                <a:solidFill>
                  <a:srgbClr val="FFFFFF"/>
                </a:solidFill>
                <a:latin typeface="Trebuchet MS"/>
                <a:cs typeface="Trebuchet MS"/>
              </a:rPr>
              <a:t>customize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rebuchet MS"/>
                <a:cs typeface="Trebuchet MS"/>
              </a:rPr>
              <a:t>colors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Trebuchet MS"/>
                <a:cs typeface="Trebuchet MS"/>
              </a:rPr>
              <a:t>add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logos.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It's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fun</a:t>
            </a:r>
            <a:r>
              <a:rPr dirty="0" sz="2400" spc="-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Trebuchet MS"/>
                <a:cs typeface="Trebuchet MS"/>
              </a:rPr>
              <a:t>way</a:t>
            </a:r>
            <a:r>
              <a:rPr dirty="0" sz="2400" spc="-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Trebuchet MS"/>
                <a:cs typeface="Trebuchet MS"/>
              </a:rPr>
              <a:t>make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Trebuchet MS"/>
                <a:cs typeface="Trebuchet MS"/>
              </a:rPr>
              <a:t>code</a:t>
            </a:r>
            <a:r>
              <a:rPr dirty="0" sz="24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unique!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50383" y="1062035"/>
            <a:ext cx="5610224" cy="8162925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622856" y="9204807"/>
            <a:ext cx="7738109" cy="20320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43" y="1447"/>
                </a:moveTo>
                <a:lnTo>
                  <a:pt x="0" y="0"/>
                </a:lnTo>
                <a:lnTo>
                  <a:pt x="0" y="18719"/>
                </a:lnTo>
                <a:lnTo>
                  <a:pt x="7737843" y="20154"/>
                </a:lnTo>
                <a:lnTo>
                  <a:pt x="7737843" y="14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76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52158" y="9469441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99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7" y="0"/>
                </a:lnTo>
                <a:lnTo>
                  <a:pt x="453597" y="453512"/>
                </a:lnTo>
                <a:lnTo>
                  <a:pt x="226799" y="453512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99516" y="9469441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96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601" y="0"/>
                </a:lnTo>
                <a:lnTo>
                  <a:pt x="453601" y="453512"/>
                </a:lnTo>
                <a:lnTo>
                  <a:pt x="226796" y="453512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946145" y="9469441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04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608" y="0"/>
                </a:lnTo>
                <a:lnTo>
                  <a:pt x="453608" y="453512"/>
                </a:lnTo>
                <a:lnTo>
                  <a:pt x="226804" y="453512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95"/>
              </a:spcBef>
            </a:pPr>
            <a:r>
              <a:rPr dirty="0" spc="-204"/>
              <a:t>Scanning</a:t>
            </a:r>
            <a:r>
              <a:rPr dirty="0" spc="-400"/>
              <a:t> </a:t>
            </a:r>
            <a:r>
              <a:rPr dirty="0" spc="-285"/>
              <a:t>QR</a:t>
            </a:r>
            <a:r>
              <a:rPr dirty="0" spc="-400"/>
              <a:t> </a:t>
            </a:r>
            <a:r>
              <a:rPr dirty="0" spc="-10"/>
              <a:t>Codes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7031" y="2997974"/>
            <a:ext cx="1253464" cy="23797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625155" y="2915685"/>
            <a:ext cx="8534400" cy="148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800"/>
              </a:lnSpc>
              <a:spcBef>
                <a:spcPts val="100"/>
              </a:spcBef>
              <a:tabLst>
                <a:tab pos="2979420" algn="l"/>
              </a:tabLst>
            </a:pPr>
            <a:r>
              <a:rPr dirty="0" sz="2400" spc="95">
                <a:solidFill>
                  <a:srgbClr val="FFFFFF"/>
                </a:solidFill>
                <a:latin typeface="Trebuchet MS"/>
                <a:cs typeface="Trebuchet MS"/>
              </a:rPr>
              <a:t>Scanning</a:t>
            </a:r>
            <a:r>
              <a:rPr dirty="0" sz="24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	is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60">
                <a:solidFill>
                  <a:srgbClr val="FFFFFF"/>
                </a:solidFill>
                <a:latin typeface="Trebuchet MS"/>
                <a:cs typeface="Trebuchet MS"/>
              </a:rPr>
              <a:t>just </a:t>
            </a:r>
            <a:r>
              <a:rPr dirty="0" sz="2400" spc="11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dirty="0" sz="24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easy!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Trebuchet MS"/>
                <a:cs typeface="Trebuchet MS"/>
              </a:rPr>
              <a:t>Open</a:t>
            </a:r>
            <a:r>
              <a:rPr dirty="0" sz="24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dirty="0" sz="24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Trebuchet MS"/>
                <a:cs typeface="Trebuchet MS"/>
              </a:rPr>
              <a:t>smartphone's </a:t>
            </a:r>
            <a:r>
              <a:rPr dirty="0" sz="2400" spc="60">
                <a:solidFill>
                  <a:srgbClr val="FFFFFF"/>
                </a:solidFill>
                <a:latin typeface="Trebuchet MS"/>
                <a:cs typeface="Trebuchet MS"/>
              </a:rPr>
              <a:t>camera</a:t>
            </a:r>
            <a:r>
              <a:rPr dirty="0" sz="2400" spc="-1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2400" spc="-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4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55">
                <a:solidFill>
                  <a:srgbClr val="FFFFFF"/>
                </a:solidFill>
                <a:latin typeface="Trebuchet MS"/>
                <a:cs typeface="Trebuchet MS"/>
              </a:rPr>
              <a:t>QR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rebuchet MS"/>
                <a:cs typeface="Trebuchet MS"/>
              </a:rPr>
              <a:t>scanner</a:t>
            </a:r>
            <a:r>
              <a:rPr dirty="0" sz="2400" spc="-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app,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point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7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2400" spc="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60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code,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tap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2400" spc="-40">
                <a:solidFill>
                  <a:srgbClr val="FFFFFF"/>
                </a:solidFill>
                <a:latin typeface="Trebuchet MS"/>
                <a:cs typeface="Trebuchet MS"/>
              </a:rPr>
              <a:t>notification</a:t>
            </a:r>
            <a:r>
              <a:rPr dirty="0" sz="24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appears.</a:t>
            </a:r>
            <a:r>
              <a:rPr dirty="0" sz="24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You'll</a:t>
            </a:r>
            <a:r>
              <a:rPr dirty="0" sz="2400" spc="-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Trebuchet MS"/>
                <a:cs typeface="Trebuchet MS"/>
              </a:rPr>
              <a:t>instantly</a:t>
            </a:r>
            <a:r>
              <a:rPr dirty="0" sz="24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rebuchet MS"/>
                <a:cs typeface="Trebuchet MS"/>
              </a:rPr>
              <a:t>connected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information</a:t>
            </a:r>
            <a:r>
              <a:rPr dirty="0" sz="24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Trebuchet MS"/>
                <a:cs typeface="Trebuchet MS"/>
              </a:rPr>
              <a:t>encoded</a:t>
            </a:r>
            <a:r>
              <a:rPr dirty="0" sz="2400" spc="-1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Trebuchet MS"/>
                <a:cs typeface="Trebuchet MS"/>
              </a:rPr>
              <a:t>within</a:t>
            </a:r>
            <a:r>
              <a:rPr dirty="0" sz="24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4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code!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35917" y="1060561"/>
            <a:ext cx="5610224" cy="8162925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9756720" y="132696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87" y="453510"/>
                </a:moveTo>
                <a:lnTo>
                  <a:pt x="0" y="453510"/>
                </a:lnTo>
                <a:lnTo>
                  <a:pt x="0" y="0"/>
                </a:lnTo>
                <a:lnTo>
                  <a:pt x="453574" y="0"/>
                </a:lnTo>
                <a:lnTo>
                  <a:pt x="453574" y="453510"/>
                </a:lnTo>
                <a:lnTo>
                  <a:pt x="226787" y="453510"/>
                </a:lnTo>
                <a:close/>
              </a:path>
            </a:pathLst>
          </a:custGeom>
          <a:ln w="1871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0503330" y="132696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87" y="453510"/>
                </a:moveTo>
                <a:lnTo>
                  <a:pt x="0" y="453510"/>
                </a:lnTo>
                <a:lnTo>
                  <a:pt x="0" y="0"/>
                </a:lnTo>
                <a:lnTo>
                  <a:pt x="453574" y="0"/>
                </a:lnTo>
                <a:lnTo>
                  <a:pt x="453574" y="453510"/>
                </a:lnTo>
                <a:lnTo>
                  <a:pt x="226787" y="453510"/>
                </a:lnTo>
                <a:close/>
              </a:path>
            </a:pathLst>
          </a:custGeom>
          <a:ln w="1871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76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7329658" y="624954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22" y="453517"/>
                </a:moveTo>
                <a:lnTo>
                  <a:pt x="0" y="453517"/>
                </a:lnTo>
                <a:lnTo>
                  <a:pt x="0" y="0"/>
                </a:lnTo>
                <a:lnTo>
                  <a:pt x="453517" y="0"/>
                </a:lnTo>
                <a:lnTo>
                  <a:pt x="453517" y="453517"/>
                </a:lnTo>
                <a:lnTo>
                  <a:pt x="226822" y="453517"/>
                </a:lnTo>
                <a:close/>
              </a:path>
            </a:pathLst>
          </a:custGeom>
          <a:ln w="18716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52159" y="9469440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94" y="453513"/>
                </a:moveTo>
                <a:lnTo>
                  <a:pt x="0" y="453513"/>
                </a:lnTo>
                <a:lnTo>
                  <a:pt x="0" y="0"/>
                </a:lnTo>
                <a:lnTo>
                  <a:pt x="453588" y="0"/>
                </a:lnTo>
                <a:lnTo>
                  <a:pt x="453588" y="453513"/>
                </a:lnTo>
                <a:lnTo>
                  <a:pt x="226794" y="453513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199500" y="9469440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98" y="453513"/>
                </a:moveTo>
                <a:lnTo>
                  <a:pt x="0" y="453513"/>
                </a:lnTo>
                <a:lnTo>
                  <a:pt x="0" y="0"/>
                </a:lnTo>
                <a:lnTo>
                  <a:pt x="453587" y="0"/>
                </a:lnTo>
                <a:lnTo>
                  <a:pt x="453587" y="453513"/>
                </a:lnTo>
                <a:lnTo>
                  <a:pt x="226798" y="453513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31439" y="2435168"/>
            <a:ext cx="5200650" cy="939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5"/>
              <a:t>Best</a:t>
            </a:r>
            <a:r>
              <a:rPr dirty="0" spc="-395"/>
              <a:t> </a:t>
            </a:r>
            <a:r>
              <a:rPr dirty="0" spc="-35"/>
              <a:t>Practices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18389" y="4293311"/>
            <a:ext cx="1398524" cy="23797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68720" y="5388686"/>
            <a:ext cx="1582432" cy="29974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131439" y="4211021"/>
            <a:ext cx="7105015" cy="184848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5"/>
              </a:spcBef>
              <a:tabLst>
                <a:tab pos="5283835" algn="l"/>
              </a:tabLst>
            </a:pP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4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rebuchet MS"/>
                <a:cs typeface="Trebuchet MS"/>
              </a:rPr>
              <a:t>get</a:t>
            </a:r>
            <a:r>
              <a:rPr dirty="0" sz="24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4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Trebuchet MS"/>
                <a:cs typeface="Trebuchet MS"/>
              </a:rPr>
              <a:t>most</a:t>
            </a:r>
            <a:r>
              <a:rPr dirty="0" sz="24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out</a:t>
            </a:r>
            <a:r>
              <a:rPr dirty="0" sz="24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400" spc="-2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400" spc="-355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24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rebuchet MS"/>
                <a:cs typeface="Trebuchet MS"/>
              </a:rPr>
              <a:t>ensure</a:t>
            </a:r>
            <a:r>
              <a:rPr dirty="0" sz="24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Trebuchet MS"/>
                <a:cs typeface="Trebuchet MS"/>
              </a:rPr>
              <a:t>they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rebuchet MS"/>
                <a:cs typeface="Trebuchet MS"/>
              </a:rPr>
              <a:t>placed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45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2400" spc="-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visible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locations,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them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before </a:t>
            </a:r>
            <a:r>
              <a:rPr dirty="0" sz="2400" spc="-40">
                <a:solidFill>
                  <a:srgbClr val="FFFFFF"/>
                </a:solidFill>
                <a:latin typeface="Trebuchet MS"/>
                <a:cs typeface="Trebuchet MS"/>
              </a:rPr>
              <a:t>distribution,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4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provide</a:t>
            </a:r>
            <a:r>
              <a:rPr dirty="0" sz="24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context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45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4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users.</a:t>
            </a:r>
            <a:endParaRPr sz="2400">
              <a:latin typeface="Trebuchet MS"/>
              <a:cs typeface="Trebuchet MS"/>
            </a:endParaRPr>
          </a:p>
          <a:p>
            <a:pPr marL="12700" marR="363220">
              <a:lnSpc>
                <a:spcPts val="2850"/>
              </a:lnSpc>
              <a:spcBef>
                <a:spcPts val="75"/>
              </a:spcBef>
              <a:tabLst>
                <a:tab pos="4918075" algn="l"/>
              </a:tabLst>
            </a:pPr>
            <a:r>
              <a:rPr dirty="0" sz="2400" spc="60">
                <a:solidFill>
                  <a:srgbClr val="FFFFFF"/>
                </a:solidFill>
                <a:latin typeface="Trebuchet MS"/>
                <a:cs typeface="Trebuchet MS"/>
              </a:rPr>
              <a:t>Consider</a:t>
            </a:r>
            <a:r>
              <a:rPr dirty="0" sz="24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dirty="0" sz="24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them</a:t>
            </a:r>
            <a:r>
              <a:rPr dirty="0" sz="24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400" spc="-355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24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24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Trebuchet MS"/>
                <a:cs typeface="Trebuchet MS"/>
              </a:rPr>
              <a:t>business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cards,</a:t>
            </a:r>
            <a:r>
              <a:rPr dirty="0" sz="24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24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60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dirty="0" sz="24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events</a:t>
            </a:r>
            <a:r>
              <a:rPr dirty="0" sz="24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45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4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Trebuchet MS"/>
                <a:cs typeface="Trebuchet MS"/>
              </a:rPr>
              <a:t>maximum</a:t>
            </a:r>
            <a:r>
              <a:rPr dirty="0" sz="24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40">
                <a:solidFill>
                  <a:srgbClr val="FFFFFF"/>
                </a:solidFill>
                <a:latin typeface="Trebuchet MS"/>
                <a:cs typeface="Trebuchet MS"/>
              </a:rPr>
              <a:t>engagement.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6236" y="1055507"/>
            <a:ext cx="5558282" cy="8162925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9144140" y="9201594"/>
            <a:ext cx="7738109" cy="20320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30" y="1435"/>
                </a:moveTo>
                <a:lnTo>
                  <a:pt x="0" y="0"/>
                </a:lnTo>
                <a:lnTo>
                  <a:pt x="0" y="18719"/>
                </a:lnTo>
                <a:lnTo>
                  <a:pt x="7737830" y="20154"/>
                </a:lnTo>
                <a:lnTo>
                  <a:pt x="7737830" y="14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76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1304" y="3849624"/>
            <a:ext cx="3995928" cy="91744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65713" y="4282008"/>
            <a:ext cx="1377099" cy="29276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306436" y="3827735"/>
            <a:ext cx="8670290" cy="148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0"/>
              </a:spcBef>
              <a:tabLst>
                <a:tab pos="5106035" algn="l"/>
              </a:tabLst>
            </a:pPr>
            <a:r>
              <a:rPr dirty="0" sz="2400" spc="155">
                <a:solidFill>
                  <a:srgbClr val="FFFFFF"/>
                </a:solidFill>
                <a:latin typeface="Trebuchet MS"/>
                <a:cs typeface="Trebuchet MS"/>
              </a:rPr>
              <a:t>QR</a:t>
            </a:r>
            <a:r>
              <a:rPr dirty="0" sz="24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45">
                <a:solidFill>
                  <a:srgbClr val="FFFFFF"/>
                </a:solidFill>
                <a:latin typeface="Trebuchet MS"/>
                <a:cs typeface="Trebuchet MS"/>
              </a:rPr>
              <a:t>Codes</a:t>
            </a:r>
            <a:r>
              <a:rPr dirty="0" sz="24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24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4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powerful</a:t>
            </a:r>
            <a:r>
              <a:rPr dirty="0" sz="2400" spc="-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tool</a:t>
            </a:r>
            <a:r>
              <a:rPr dirty="0" sz="2400" spc="-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45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4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Trebuchet MS"/>
                <a:cs typeface="Trebuchet MS"/>
              </a:rPr>
              <a:t>sharing</a:t>
            </a:r>
            <a:r>
              <a:rPr dirty="0" sz="24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information </a:t>
            </a:r>
            <a:r>
              <a:rPr dirty="0" sz="2400" spc="-55">
                <a:solidFill>
                  <a:srgbClr val="FFFFFF"/>
                </a:solidFill>
                <a:latin typeface="Trebuchet MS"/>
                <a:cs typeface="Trebuchet MS"/>
              </a:rPr>
              <a:t>eﬀortlessly.</a:t>
            </a:r>
            <a:r>
              <a:rPr dirty="0" sz="24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4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right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400" spc="9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4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4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65">
                <a:solidFill>
                  <a:srgbClr val="FFFFFF"/>
                </a:solidFill>
                <a:latin typeface="Trebuchet MS"/>
                <a:cs typeface="Trebuchet MS"/>
              </a:rPr>
              <a:t>bit</a:t>
            </a:r>
            <a:r>
              <a:rPr dirty="0" sz="24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400" spc="-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creativity,</a:t>
            </a:r>
            <a:r>
              <a:rPr dirty="0" sz="24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rebuchet MS"/>
                <a:cs typeface="Trebuchet MS"/>
              </a:rPr>
              <a:t>you </a:t>
            </a:r>
            <a:r>
              <a:rPr dirty="0" sz="2400" spc="8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dirty="0" sz="24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Trebuchet MS"/>
                <a:cs typeface="Trebuchet MS"/>
              </a:rPr>
              <a:t>leverage</a:t>
            </a:r>
            <a:r>
              <a:rPr dirty="0" sz="24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them</a:t>
            </a:r>
            <a:r>
              <a:rPr dirty="0" sz="24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4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Trebuchet MS"/>
                <a:cs typeface="Trebuchet MS"/>
              </a:rPr>
              <a:t>enhance</a:t>
            </a:r>
            <a:r>
              <a:rPr dirty="0" sz="24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dirty="0" sz="24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marketing</a:t>
            </a:r>
            <a:r>
              <a:rPr dirty="0" sz="24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Trebuchet MS"/>
                <a:cs typeface="Trebuchet MS"/>
              </a:rPr>
              <a:t>eﬀorts</a:t>
            </a:r>
            <a:r>
              <a:rPr dirty="0" sz="24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dirty="0" sz="2400" spc="60">
                <a:solidFill>
                  <a:srgbClr val="FFFFFF"/>
                </a:solidFill>
                <a:latin typeface="Trebuchet MS"/>
                <a:cs typeface="Trebuchet MS"/>
              </a:rPr>
              <a:t>connect</a:t>
            </a:r>
            <a:r>
              <a:rPr dirty="0" sz="2400" spc="-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2400" spc="-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dirty="0" sz="24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rebuchet MS"/>
                <a:cs typeface="Trebuchet MS"/>
              </a:rPr>
              <a:t>audience</a:t>
            </a:r>
            <a:r>
              <a:rPr dirty="0" sz="24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24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exciting</a:t>
            </a:r>
            <a:r>
              <a:rPr dirty="0" sz="2400" spc="-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ways.</a:t>
            </a:r>
            <a:r>
              <a:rPr dirty="0" sz="24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Get</a:t>
            </a:r>
            <a:r>
              <a:rPr dirty="0" sz="24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scanning!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025225" y="8237728"/>
            <a:ext cx="8237855" cy="20320"/>
          </a:xfrm>
          <a:custGeom>
            <a:avLst/>
            <a:gdLst/>
            <a:ahLst/>
            <a:cxnLst/>
            <a:rect l="l" t="t" r="r" b="b"/>
            <a:pathLst>
              <a:path w="8237855" h="20320">
                <a:moveTo>
                  <a:pt x="8237499" y="1435"/>
                </a:moveTo>
                <a:lnTo>
                  <a:pt x="0" y="0"/>
                </a:lnTo>
                <a:lnTo>
                  <a:pt x="0" y="18719"/>
                </a:lnTo>
                <a:lnTo>
                  <a:pt x="8237499" y="20154"/>
                </a:lnTo>
                <a:lnTo>
                  <a:pt x="8237499" y="14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170175" y="17799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04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804" y="453512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917536" y="17799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04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804" y="453512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664172" y="17799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91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791" y="453512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76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57034" y="496640"/>
            <a:ext cx="17374235" cy="9294495"/>
            <a:chOff x="457034" y="496640"/>
            <a:chExt cx="17374235" cy="9294495"/>
          </a:xfrm>
        </p:grpSpPr>
        <p:sp>
          <p:nvSpPr>
            <p:cNvPr id="4" name="object 4" descr=""/>
            <p:cNvSpPr/>
            <p:nvPr/>
          </p:nvSpPr>
          <p:spPr>
            <a:xfrm>
              <a:off x="466559" y="506165"/>
              <a:ext cx="17355185" cy="9275445"/>
            </a:xfrm>
            <a:custGeom>
              <a:avLst/>
              <a:gdLst/>
              <a:ahLst/>
              <a:cxnLst/>
              <a:rect l="l" t="t" r="r" b="b"/>
              <a:pathLst>
                <a:path w="17355185" h="9275445">
                  <a:moveTo>
                    <a:pt x="8677427" y="9275001"/>
                  </a:moveTo>
                  <a:lnTo>
                    <a:pt x="0" y="9275001"/>
                  </a:lnTo>
                  <a:lnTo>
                    <a:pt x="0" y="0"/>
                  </a:lnTo>
                  <a:lnTo>
                    <a:pt x="17354842" y="0"/>
                  </a:lnTo>
                  <a:lnTo>
                    <a:pt x="17354842" y="9275001"/>
                  </a:lnTo>
                  <a:lnTo>
                    <a:pt x="8677427" y="9275001"/>
                  </a:lnTo>
                  <a:close/>
                </a:path>
              </a:pathLst>
            </a:custGeom>
            <a:ln w="1871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72716" y="8007126"/>
              <a:ext cx="454025" cy="1200785"/>
            </a:xfrm>
            <a:custGeom>
              <a:avLst/>
              <a:gdLst/>
              <a:ahLst/>
              <a:cxnLst/>
              <a:rect l="l" t="t" r="r" b="b"/>
              <a:pathLst>
                <a:path w="454025" h="1200784">
                  <a:moveTo>
                    <a:pt x="0" y="226787"/>
                  </a:moveTo>
                  <a:lnTo>
                    <a:pt x="0" y="0"/>
                  </a:lnTo>
                  <a:lnTo>
                    <a:pt x="453520" y="0"/>
                  </a:lnTo>
                  <a:lnTo>
                    <a:pt x="453520" y="453574"/>
                  </a:lnTo>
                  <a:lnTo>
                    <a:pt x="0" y="453574"/>
                  </a:lnTo>
                  <a:lnTo>
                    <a:pt x="0" y="226787"/>
                  </a:lnTo>
                  <a:close/>
                </a:path>
                <a:path w="454025" h="1200784">
                  <a:moveTo>
                    <a:pt x="0" y="973383"/>
                  </a:moveTo>
                  <a:lnTo>
                    <a:pt x="0" y="746596"/>
                  </a:lnTo>
                  <a:lnTo>
                    <a:pt x="453520" y="746596"/>
                  </a:lnTo>
                  <a:lnTo>
                    <a:pt x="453520" y="1200178"/>
                  </a:lnTo>
                  <a:lnTo>
                    <a:pt x="0" y="1200178"/>
                  </a:lnTo>
                  <a:lnTo>
                    <a:pt x="0" y="973383"/>
                  </a:lnTo>
                  <a:close/>
                </a:path>
              </a:pathLst>
            </a:custGeom>
            <a:ln w="1871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862425" y="1079284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226745"/>
                  </a:moveTo>
                  <a:lnTo>
                    <a:pt x="0" y="0"/>
                  </a:lnTo>
                  <a:lnTo>
                    <a:pt x="453517" y="0"/>
                  </a:lnTo>
                  <a:lnTo>
                    <a:pt x="453517" y="453504"/>
                  </a:lnTo>
                  <a:lnTo>
                    <a:pt x="0" y="453504"/>
                  </a:lnTo>
                  <a:lnTo>
                    <a:pt x="0" y="226745"/>
                  </a:lnTo>
                  <a:close/>
                </a:path>
              </a:pathLst>
            </a:custGeom>
            <a:ln w="18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64542" y="3380104"/>
              <a:ext cx="6560184" cy="20320"/>
            </a:xfrm>
            <a:custGeom>
              <a:avLst/>
              <a:gdLst/>
              <a:ahLst/>
              <a:cxnLst/>
              <a:rect l="l" t="t" r="r" b="b"/>
              <a:pathLst>
                <a:path w="6560184" h="20320">
                  <a:moveTo>
                    <a:pt x="6559918" y="1435"/>
                  </a:moveTo>
                  <a:lnTo>
                    <a:pt x="0" y="0"/>
                  </a:lnTo>
                  <a:lnTo>
                    <a:pt x="0" y="18707"/>
                  </a:lnTo>
                  <a:lnTo>
                    <a:pt x="6559918" y="20154"/>
                  </a:lnTo>
                  <a:lnTo>
                    <a:pt x="6559918" y="14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4120" y="1350264"/>
              <a:ext cx="5696712" cy="185318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468846" y="3802043"/>
            <a:ext cx="4144645" cy="1972945"/>
          </a:xfrm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23215" marR="1139825" indent="-311150">
              <a:lnSpc>
                <a:spcPts val="3829"/>
              </a:lnSpc>
              <a:spcBef>
                <a:spcPts val="229"/>
              </a:spcBef>
            </a:pPr>
            <a:r>
              <a:rPr dirty="0" sz="3200" spc="95">
                <a:latin typeface="Trebuchet MS"/>
                <a:cs typeface="Trebuchet MS"/>
              </a:rPr>
              <a:t>The</a:t>
            </a:r>
            <a:r>
              <a:rPr dirty="0" sz="3200" spc="-170">
                <a:latin typeface="Trebuchet MS"/>
                <a:cs typeface="Trebuchet MS"/>
              </a:rPr>
              <a:t> </a:t>
            </a:r>
            <a:r>
              <a:rPr dirty="0" sz="3200" spc="-25">
                <a:latin typeface="Trebuchet MS"/>
                <a:cs typeface="Trebuchet MS"/>
              </a:rPr>
              <a:t>Project</a:t>
            </a:r>
            <a:r>
              <a:rPr dirty="0" sz="3200" spc="-165">
                <a:latin typeface="Trebuchet MS"/>
                <a:cs typeface="Trebuchet MS"/>
              </a:rPr>
              <a:t> </a:t>
            </a:r>
            <a:r>
              <a:rPr dirty="0" sz="3200" spc="-20">
                <a:latin typeface="Trebuchet MS"/>
                <a:cs typeface="Trebuchet MS"/>
              </a:rPr>
              <a:t>By:- </a:t>
            </a:r>
            <a:r>
              <a:rPr dirty="0" sz="3300" spc="-150" i="1">
                <a:solidFill>
                  <a:srgbClr val="94FFCD"/>
                </a:solidFill>
                <a:latin typeface="Trebuchet MS"/>
                <a:cs typeface="Trebuchet MS"/>
              </a:rPr>
              <a:t>Arju</a:t>
            </a:r>
            <a:r>
              <a:rPr dirty="0" sz="3300" spc="-260" i="1">
                <a:solidFill>
                  <a:srgbClr val="94FFCD"/>
                </a:solidFill>
                <a:latin typeface="Trebuchet MS"/>
                <a:cs typeface="Trebuchet MS"/>
              </a:rPr>
              <a:t> </a:t>
            </a:r>
            <a:r>
              <a:rPr dirty="0" sz="3300" spc="-20" i="1">
                <a:solidFill>
                  <a:srgbClr val="94FFCD"/>
                </a:solidFill>
                <a:latin typeface="Trebuchet MS"/>
                <a:cs typeface="Trebuchet MS"/>
              </a:rPr>
              <a:t>Alam </a:t>
            </a:r>
            <a:r>
              <a:rPr dirty="0" sz="3300" spc="-65" i="1">
                <a:solidFill>
                  <a:srgbClr val="94FFCD"/>
                </a:solidFill>
                <a:latin typeface="Trebuchet MS"/>
                <a:cs typeface="Trebuchet MS"/>
              </a:rPr>
              <a:t>Aditya</a:t>
            </a:r>
            <a:r>
              <a:rPr dirty="0" sz="3300" spc="-160" i="1">
                <a:solidFill>
                  <a:srgbClr val="94FFCD"/>
                </a:solidFill>
                <a:latin typeface="Trebuchet MS"/>
                <a:cs typeface="Trebuchet MS"/>
              </a:rPr>
              <a:t> </a:t>
            </a:r>
            <a:r>
              <a:rPr dirty="0" sz="3300" spc="55" i="1">
                <a:solidFill>
                  <a:srgbClr val="94FFCD"/>
                </a:solidFill>
                <a:latin typeface="Trebuchet MS"/>
                <a:cs typeface="Trebuchet MS"/>
              </a:rPr>
              <a:t>Singh</a:t>
            </a:r>
            <a:endParaRPr sz="3300">
              <a:latin typeface="Trebuchet MS"/>
              <a:cs typeface="Trebuchet MS"/>
            </a:endParaRPr>
          </a:p>
          <a:p>
            <a:pPr marL="323215">
              <a:lnSpc>
                <a:spcPts val="3710"/>
              </a:lnSpc>
            </a:pPr>
            <a:r>
              <a:rPr dirty="0" sz="3300" i="1">
                <a:solidFill>
                  <a:srgbClr val="94FFCD"/>
                </a:solidFill>
                <a:latin typeface="Trebuchet MS"/>
                <a:cs typeface="Trebuchet MS"/>
              </a:rPr>
              <a:t>Abhishek</a:t>
            </a:r>
            <a:r>
              <a:rPr dirty="0" sz="3300" spc="-10" i="1">
                <a:solidFill>
                  <a:srgbClr val="94FFCD"/>
                </a:solidFill>
                <a:latin typeface="Trebuchet MS"/>
                <a:cs typeface="Trebuchet MS"/>
              </a:rPr>
              <a:t> </a:t>
            </a:r>
            <a:r>
              <a:rPr dirty="0" sz="3300" i="1">
                <a:solidFill>
                  <a:srgbClr val="94FFCD"/>
                </a:solidFill>
                <a:latin typeface="Trebuchet MS"/>
                <a:cs typeface="Trebuchet MS"/>
              </a:rPr>
              <a:t>Kumar</a:t>
            </a:r>
            <a:r>
              <a:rPr dirty="0" sz="3300" spc="-195" i="1">
                <a:solidFill>
                  <a:srgbClr val="94FFCD"/>
                </a:solidFill>
                <a:latin typeface="Trebuchet MS"/>
                <a:cs typeface="Trebuchet MS"/>
              </a:rPr>
              <a:t> </a:t>
            </a:r>
            <a:r>
              <a:rPr dirty="0" sz="3300" spc="-25" i="1">
                <a:solidFill>
                  <a:srgbClr val="94FFCD"/>
                </a:solidFill>
                <a:latin typeface="Trebuchet MS"/>
                <a:cs typeface="Trebuchet MS"/>
              </a:rPr>
              <a:t>Jha</a:t>
            </a:r>
            <a:endParaRPr sz="3300">
              <a:latin typeface="Trebuchet MS"/>
              <a:cs typeface="Trebuchet M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449984" y="6340729"/>
            <a:ext cx="3387090" cy="691515"/>
            <a:chOff x="7449984" y="6340729"/>
            <a:chExt cx="3387090" cy="691515"/>
          </a:xfrm>
        </p:grpSpPr>
        <p:sp>
          <p:nvSpPr>
            <p:cNvPr id="11" name="object 11" descr=""/>
            <p:cNvSpPr/>
            <p:nvPr/>
          </p:nvSpPr>
          <p:spPr>
            <a:xfrm>
              <a:off x="7449972" y="6340741"/>
              <a:ext cx="1591310" cy="691515"/>
            </a:xfrm>
            <a:custGeom>
              <a:avLst/>
              <a:gdLst/>
              <a:ahLst/>
              <a:cxnLst/>
              <a:rect l="l" t="t" r="r" b="b"/>
              <a:pathLst>
                <a:path w="1591309" h="691515">
                  <a:moveTo>
                    <a:pt x="685800" y="291642"/>
                  </a:moveTo>
                  <a:lnTo>
                    <a:pt x="664603" y="213271"/>
                  </a:lnTo>
                  <a:lnTo>
                    <a:pt x="644880" y="172910"/>
                  </a:lnTo>
                  <a:lnTo>
                    <a:pt x="619848" y="135267"/>
                  </a:lnTo>
                  <a:lnTo>
                    <a:pt x="589622" y="100787"/>
                  </a:lnTo>
                  <a:lnTo>
                    <a:pt x="547865" y="65151"/>
                  </a:lnTo>
                  <a:lnTo>
                    <a:pt x="501751" y="37007"/>
                  </a:lnTo>
                  <a:lnTo>
                    <a:pt x="452107" y="16598"/>
                  </a:lnTo>
                  <a:lnTo>
                    <a:pt x="399770" y="4191"/>
                  </a:lnTo>
                  <a:lnTo>
                    <a:pt x="345567" y="0"/>
                  </a:lnTo>
                  <a:lnTo>
                    <a:pt x="290957" y="4191"/>
                  </a:lnTo>
                  <a:lnTo>
                    <a:pt x="238302" y="16598"/>
                  </a:lnTo>
                  <a:lnTo>
                    <a:pt x="188569" y="37007"/>
                  </a:lnTo>
                  <a:lnTo>
                    <a:pt x="142659" y="65151"/>
                  </a:lnTo>
                  <a:lnTo>
                    <a:pt x="101511" y="100787"/>
                  </a:lnTo>
                  <a:lnTo>
                    <a:pt x="65532" y="142544"/>
                  </a:lnTo>
                  <a:lnTo>
                    <a:pt x="37172" y="188658"/>
                  </a:lnTo>
                  <a:lnTo>
                    <a:pt x="16662" y="238302"/>
                  </a:lnTo>
                  <a:lnTo>
                    <a:pt x="4203" y="290639"/>
                  </a:lnTo>
                  <a:lnTo>
                    <a:pt x="0" y="344855"/>
                  </a:lnTo>
                  <a:lnTo>
                    <a:pt x="4038" y="398195"/>
                  </a:lnTo>
                  <a:lnTo>
                    <a:pt x="16027" y="449783"/>
                  </a:lnTo>
                  <a:lnTo>
                    <a:pt x="35852" y="498944"/>
                  </a:lnTo>
                  <a:lnTo>
                    <a:pt x="63360" y="545007"/>
                  </a:lnTo>
                  <a:lnTo>
                    <a:pt x="96456" y="585025"/>
                  </a:lnTo>
                  <a:lnTo>
                    <a:pt x="134810" y="619518"/>
                  </a:lnTo>
                  <a:lnTo>
                    <a:pt x="177761" y="648068"/>
                  </a:lnTo>
                  <a:lnTo>
                    <a:pt x="224624" y="670280"/>
                  </a:lnTo>
                  <a:lnTo>
                    <a:pt x="226060" y="671004"/>
                  </a:lnTo>
                  <a:lnTo>
                    <a:pt x="232537" y="671004"/>
                  </a:lnTo>
                  <a:lnTo>
                    <a:pt x="235419" y="669556"/>
                  </a:lnTo>
                  <a:lnTo>
                    <a:pt x="237578" y="666673"/>
                  </a:lnTo>
                  <a:lnTo>
                    <a:pt x="239014" y="664514"/>
                  </a:lnTo>
                  <a:lnTo>
                    <a:pt x="239014" y="456450"/>
                  </a:lnTo>
                  <a:lnTo>
                    <a:pt x="234696" y="451408"/>
                  </a:lnTo>
                  <a:lnTo>
                    <a:pt x="136791" y="451408"/>
                  </a:lnTo>
                  <a:lnTo>
                    <a:pt x="136791" y="370776"/>
                  </a:lnTo>
                  <a:lnTo>
                    <a:pt x="233984" y="370776"/>
                  </a:lnTo>
                  <a:lnTo>
                    <a:pt x="239014" y="365734"/>
                  </a:lnTo>
                  <a:lnTo>
                    <a:pt x="239014" y="344855"/>
                  </a:lnTo>
                  <a:lnTo>
                    <a:pt x="246164" y="298932"/>
                  </a:lnTo>
                  <a:lnTo>
                    <a:pt x="266192" y="256832"/>
                  </a:lnTo>
                  <a:lnTo>
                    <a:pt x="296976" y="220573"/>
                  </a:lnTo>
                  <a:lnTo>
                    <a:pt x="336397" y="192163"/>
                  </a:lnTo>
                  <a:lnTo>
                    <a:pt x="382346" y="173647"/>
                  </a:lnTo>
                  <a:lnTo>
                    <a:pt x="432676" y="167030"/>
                  </a:lnTo>
                  <a:lnTo>
                    <a:pt x="480199" y="167030"/>
                  </a:lnTo>
                  <a:lnTo>
                    <a:pt x="480199" y="247662"/>
                  </a:lnTo>
                  <a:lnTo>
                    <a:pt x="432676" y="247662"/>
                  </a:lnTo>
                  <a:lnTo>
                    <a:pt x="409879" y="249148"/>
                  </a:lnTo>
                  <a:lnTo>
                    <a:pt x="370230" y="261327"/>
                  </a:lnTo>
                  <a:lnTo>
                    <a:pt x="339394" y="286943"/>
                  </a:lnTo>
                  <a:lnTo>
                    <a:pt x="322008" y="323570"/>
                  </a:lnTo>
                  <a:lnTo>
                    <a:pt x="319646" y="344855"/>
                  </a:lnTo>
                  <a:lnTo>
                    <a:pt x="319646" y="365023"/>
                  </a:lnTo>
                  <a:lnTo>
                    <a:pt x="324688" y="370776"/>
                  </a:lnTo>
                  <a:lnTo>
                    <a:pt x="379412" y="370776"/>
                  </a:lnTo>
                  <a:lnTo>
                    <a:pt x="385165" y="365734"/>
                  </a:lnTo>
                  <a:lnTo>
                    <a:pt x="385165" y="353504"/>
                  </a:lnTo>
                  <a:lnTo>
                    <a:pt x="380123" y="348462"/>
                  </a:lnTo>
                  <a:lnTo>
                    <a:pt x="341249" y="348462"/>
                  </a:lnTo>
                  <a:lnTo>
                    <a:pt x="341249" y="344131"/>
                  </a:lnTo>
                  <a:lnTo>
                    <a:pt x="349669" y="308102"/>
                  </a:lnTo>
                  <a:lnTo>
                    <a:pt x="371309" y="284289"/>
                  </a:lnTo>
                  <a:lnTo>
                    <a:pt x="400786" y="271132"/>
                  </a:lnTo>
                  <a:lnTo>
                    <a:pt x="432676" y="267106"/>
                  </a:lnTo>
                  <a:lnTo>
                    <a:pt x="496036" y="267106"/>
                  </a:lnTo>
                  <a:lnTo>
                    <a:pt x="501078" y="262788"/>
                  </a:lnTo>
                  <a:lnTo>
                    <a:pt x="501078" y="148310"/>
                  </a:lnTo>
                  <a:lnTo>
                    <a:pt x="496747" y="141833"/>
                  </a:lnTo>
                  <a:lnTo>
                    <a:pt x="432676" y="141833"/>
                  </a:lnTo>
                  <a:lnTo>
                    <a:pt x="392798" y="145770"/>
                  </a:lnTo>
                  <a:lnTo>
                    <a:pt x="353860" y="157213"/>
                  </a:lnTo>
                  <a:lnTo>
                    <a:pt x="317068" y="175539"/>
                  </a:lnTo>
                  <a:lnTo>
                    <a:pt x="283654" y="200152"/>
                  </a:lnTo>
                  <a:lnTo>
                    <a:pt x="255397" y="231317"/>
                  </a:lnTo>
                  <a:lnTo>
                    <a:pt x="234619" y="265925"/>
                  </a:lnTo>
                  <a:lnTo>
                    <a:pt x="221805" y="303098"/>
                  </a:lnTo>
                  <a:lnTo>
                    <a:pt x="217424" y="341972"/>
                  </a:lnTo>
                  <a:lnTo>
                    <a:pt x="217424" y="346303"/>
                  </a:lnTo>
                  <a:lnTo>
                    <a:pt x="120954" y="346303"/>
                  </a:lnTo>
                  <a:lnTo>
                    <a:pt x="115189" y="350621"/>
                  </a:lnTo>
                  <a:lnTo>
                    <a:pt x="115189" y="465810"/>
                  </a:lnTo>
                  <a:lnTo>
                    <a:pt x="120230" y="470852"/>
                  </a:lnTo>
                  <a:lnTo>
                    <a:pt x="217424" y="470852"/>
                  </a:lnTo>
                  <a:lnTo>
                    <a:pt x="217424" y="641477"/>
                  </a:lnTo>
                  <a:lnTo>
                    <a:pt x="174904" y="619721"/>
                  </a:lnTo>
                  <a:lnTo>
                    <a:pt x="136715" y="592175"/>
                  </a:lnTo>
                  <a:lnTo>
                    <a:pt x="103263" y="559549"/>
                  </a:lnTo>
                  <a:lnTo>
                    <a:pt x="74968" y="522503"/>
                  </a:lnTo>
                  <a:lnTo>
                    <a:pt x="52247" y="481749"/>
                  </a:lnTo>
                  <a:lnTo>
                    <a:pt x="35496" y="437972"/>
                  </a:lnTo>
                  <a:lnTo>
                    <a:pt x="25146" y="391871"/>
                  </a:lnTo>
                  <a:lnTo>
                    <a:pt x="21602" y="344131"/>
                  </a:lnTo>
                  <a:lnTo>
                    <a:pt x="25107" y="296176"/>
                  </a:lnTo>
                  <a:lnTo>
                    <a:pt x="35293" y="250431"/>
                  </a:lnTo>
                  <a:lnTo>
                    <a:pt x="51663" y="207403"/>
                  </a:lnTo>
                  <a:lnTo>
                    <a:pt x="73710" y="167563"/>
                  </a:lnTo>
                  <a:lnTo>
                    <a:pt x="100952" y="131432"/>
                  </a:lnTo>
                  <a:lnTo>
                    <a:pt x="132892" y="99504"/>
                  </a:lnTo>
                  <a:lnTo>
                    <a:pt x="169024" y="72263"/>
                  </a:lnTo>
                  <a:lnTo>
                    <a:pt x="208851" y="50203"/>
                  </a:lnTo>
                  <a:lnTo>
                    <a:pt x="251879" y="33832"/>
                  </a:lnTo>
                  <a:lnTo>
                    <a:pt x="297624" y="23660"/>
                  </a:lnTo>
                  <a:lnTo>
                    <a:pt x="345567" y="20154"/>
                  </a:lnTo>
                  <a:lnTo>
                    <a:pt x="393204" y="23685"/>
                  </a:lnTo>
                  <a:lnTo>
                    <a:pt x="438734" y="33959"/>
                  </a:lnTo>
                  <a:lnTo>
                    <a:pt x="481672" y="50444"/>
                  </a:lnTo>
                  <a:lnTo>
                    <a:pt x="521487" y="72618"/>
                  </a:lnTo>
                  <a:lnTo>
                    <a:pt x="557669" y="99987"/>
                  </a:lnTo>
                  <a:lnTo>
                    <a:pt x="589699" y="132016"/>
                  </a:lnTo>
                  <a:lnTo>
                    <a:pt x="617067" y="168198"/>
                  </a:lnTo>
                  <a:lnTo>
                    <a:pt x="639254" y="208026"/>
                  </a:lnTo>
                  <a:lnTo>
                    <a:pt x="655726" y="250964"/>
                  </a:lnTo>
                  <a:lnTo>
                    <a:pt x="666000" y="296494"/>
                  </a:lnTo>
                  <a:lnTo>
                    <a:pt x="669531" y="344131"/>
                  </a:lnTo>
                  <a:lnTo>
                    <a:pt x="666013" y="392074"/>
                  </a:lnTo>
                  <a:lnTo>
                    <a:pt x="655789" y="437819"/>
                  </a:lnTo>
                  <a:lnTo>
                    <a:pt x="639368" y="480860"/>
                  </a:lnTo>
                  <a:lnTo>
                    <a:pt x="617245" y="520687"/>
                  </a:lnTo>
                  <a:lnTo>
                    <a:pt x="589953" y="556818"/>
                  </a:lnTo>
                  <a:lnTo>
                    <a:pt x="557961" y="588759"/>
                  </a:lnTo>
                  <a:lnTo>
                    <a:pt x="521804" y="616000"/>
                  </a:lnTo>
                  <a:lnTo>
                    <a:pt x="481990" y="638060"/>
                  </a:lnTo>
                  <a:lnTo>
                    <a:pt x="439000" y="654431"/>
                  </a:lnTo>
                  <a:lnTo>
                    <a:pt x="393357" y="664616"/>
                  </a:lnTo>
                  <a:lnTo>
                    <a:pt x="345567" y="668121"/>
                  </a:lnTo>
                  <a:lnTo>
                    <a:pt x="341249" y="668121"/>
                  </a:lnTo>
                  <a:lnTo>
                    <a:pt x="341249" y="471563"/>
                  </a:lnTo>
                  <a:lnTo>
                    <a:pt x="496747" y="471563"/>
                  </a:lnTo>
                  <a:lnTo>
                    <a:pt x="502513" y="467258"/>
                  </a:lnTo>
                  <a:lnTo>
                    <a:pt x="502513" y="353504"/>
                  </a:lnTo>
                  <a:lnTo>
                    <a:pt x="497471" y="348462"/>
                  </a:lnTo>
                  <a:lnTo>
                    <a:pt x="421881" y="348462"/>
                  </a:lnTo>
                  <a:lnTo>
                    <a:pt x="416128" y="352780"/>
                  </a:lnTo>
                  <a:lnTo>
                    <a:pt x="416128" y="365023"/>
                  </a:lnTo>
                  <a:lnTo>
                    <a:pt x="421157" y="370776"/>
                  </a:lnTo>
                  <a:lnTo>
                    <a:pt x="480910" y="370776"/>
                  </a:lnTo>
                  <a:lnTo>
                    <a:pt x="480910" y="451408"/>
                  </a:lnTo>
                  <a:lnTo>
                    <a:pt x="325412" y="451408"/>
                  </a:lnTo>
                  <a:lnTo>
                    <a:pt x="319646" y="455739"/>
                  </a:lnTo>
                  <a:lnTo>
                    <a:pt x="319646" y="686117"/>
                  </a:lnTo>
                  <a:lnTo>
                    <a:pt x="324688" y="690435"/>
                  </a:lnTo>
                  <a:lnTo>
                    <a:pt x="329730" y="691159"/>
                  </a:lnTo>
                  <a:lnTo>
                    <a:pt x="345567" y="691159"/>
                  </a:lnTo>
                  <a:lnTo>
                    <a:pt x="399770" y="686955"/>
                  </a:lnTo>
                  <a:lnTo>
                    <a:pt x="452107" y="674535"/>
                  </a:lnTo>
                  <a:lnTo>
                    <a:pt x="501751" y="654138"/>
                  </a:lnTo>
                  <a:lnTo>
                    <a:pt x="547865" y="625995"/>
                  </a:lnTo>
                  <a:lnTo>
                    <a:pt x="589622" y="590359"/>
                  </a:lnTo>
                  <a:lnTo>
                    <a:pt x="625271" y="548589"/>
                  </a:lnTo>
                  <a:lnTo>
                    <a:pt x="653415" y="502475"/>
                  </a:lnTo>
                  <a:lnTo>
                    <a:pt x="673811" y="452831"/>
                  </a:lnTo>
                  <a:lnTo>
                    <a:pt x="685800" y="402310"/>
                  </a:lnTo>
                  <a:lnTo>
                    <a:pt x="685800" y="291642"/>
                  </a:lnTo>
                  <a:close/>
                </a:path>
                <a:path w="1591309" h="691515">
                  <a:moveTo>
                    <a:pt x="1458709" y="221005"/>
                  </a:moveTo>
                  <a:lnTo>
                    <a:pt x="1451610" y="185572"/>
                  </a:lnTo>
                  <a:lnTo>
                    <a:pt x="1437106" y="163995"/>
                  </a:lnTo>
                  <a:lnTo>
                    <a:pt x="1437106" y="221005"/>
                  </a:lnTo>
                  <a:lnTo>
                    <a:pt x="1437106" y="469379"/>
                  </a:lnTo>
                  <a:lnTo>
                    <a:pt x="1431671" y="496290"/>
                  </a:lnTo>
                  <a:lnTo>
                    <a:pt x="1416850" y="518248"/>
                  </a:lnTo>
                  <a:lnTo>
                    <a:pt x="1394879" y="533069"/>
                  </a:lnTo>
                  <a:lnTo>
                    <a:pt x="1367993" y="538492"/>
                  </a:lnTo>
                  <a:lnTo>
                    <a:pt x="1119606" y="538492"/>
                  </a:lnTo>
                  <a:lnTo>
                    <a:pt x="1092708" y="533069"/>
                  </a:lnTo>
                  <a:lnTo>
                    <a:pt x="1070737" y="518248"/>
                  </a:lnTo>
                  <a:lnTo>
                    <a:pt x="1055916" y="496290"/>
                  </a:lnTo>
                  <a:lnTo>
                    <a:pt x="1050493" y="469379"/>
                  </a:lnTo>
                  <a:lnTo>
                    <a:pt x="1050493" y="221005"/>
                  </a:lnTo>
                  <a:lnTo>
                    <a:pt x="1055916" y="194119"/>
                  </a:lnTo>
                  <a:lnTo>
                    <a:pt x="1070737" y="172148"/>
                  </a:lnTo>
                  <a:lnTo>
                    <a:pt x="1092708" y="157327"/>
                  </a:lnTo>
                  <a:lnTo>
                    <a:pt x="1119606" y="151892"/>
                  </a:lnTo>
                  <a:lnTo>
                    <a:pt x="1367993" y="151892"/>
                  </a:lnTo>
                  <a:lnTo>
                    <a:pt x="1394879" y="157327"/>
                  </a:lnTo>
                  <a:lnTo>
                    <a:pt x="1416850" y="172148"/>
                  </a:lnTo>
                  <a:lnTo>
                    <a:pt x="1431671" y="194119"/>
                  </a:lnTo>
                  <a:lnTo>
                    <a:pt x="1437106" y="221005"/>
                  </a:lnTo>
                  <a:lnTo>
                    <a:pt x="1437106" y="163995"/>
                  </a:lnTo>
                  <a:lnTo>
                    <a:pt x="1432242" y="156756"/>
                  </a:lnTo>
                  <a:lnTo>
                    <a:pt x="1425016" y="151892"/>
                  </a:lnTo>
                  <a:lnTo>
                    <a:pt x="1403426" y="137388"/>
                  </a:lnTo>
                  <a:lnTo>
                    <a:pt x="1367993" y="130289"/>
                  </a:lnTo>
                  <a:lnTo>
                    <a:pt x="1119606" y="130289"/>
                  </a:lnTo>
                  <a:lnTo>
                    <a:pt x="1084160" y="137388"/>
                  </a:lnTo>
                  <a:lnTo>
                    <a:pt x="1055344" y="156756"/>
                  </a:lnTo>
                  <a:lnTo>
                    <a:pt x="1035977" y="185572"/>
                  </a:lnTo>
                  <a:lnTo>
                    <a:pt x="1028890" y="221005"/>
                  </a:lnTo>
                  <a:lnTo>
                    <a:pt x="1028890" y="469379"/>
                  </a:lnTo>
                  <a:lnTo>
                    <a:pt x="1035977" y="504825"/>
                  </a:lnTo>
                  <a:lnTo>
                    <a:pt x="1055344" y="533641"/>
                  </a:lnTo>
                  <a:lnTo>
                    <a:pt x="1084160" y="553008"/>
                  </a:lnTo>
                  <a:lnTo>
                    <a:pt x="1119606" y="560095"/>
                  </a:lnTo>
                  <a:lnTo>
                    <a:pt x="1367993" y="560095"/>
                  </a:lnTo>
                  <a:lnTo>
                    <a:pt x="1403426" y="553008"/>
                  </a:lnTo>
                  <a:lnTo>
                    <a:pt x="1425016" y="538492"/>
                  </a:lnTo>
                  <a:lnTo>
                    <a:pt x="1432242" y="533641"/>
                  </a:lnTo>
                  <a:lnTo>
                    <a:pt x="1451610" y="504825"/>
                  </a:lnTo>
                  <a:lnTo>
                    <a:pt x="1458709" y="469379"/>
                  </a:lnTo>
                  <a:lnTo>
                    <a:pt x="1458709" y="221005"/>
                  </a:lnTo>
                  <a:close/>
                </a:path>
                <a:path w="1591309" h="691515">
                  <a:moveTo>
                    <a:pt x="1591170" y="345567"/>
                  </a:moveTo>
                  <a:lnTo>
                    <a:pt x="1586903" y="291007"/>
                  </a:lnTo>
                  <a:lnTo>
                    <a:pt x="1574304" y="238455"/>
                  </a:lnTo>
                  <a:lnTo>
                    <a:pt x="1568856" y="225310"/>
                  </a:lnTo>
                  <a:lnTo>
                    <a:pt x="1568856" y="345567"/>
                  </a:lnTo>
                  <a:lnTo>
                    <a:pt x="1565338" y="393331"/>
                  </a:lnTo>
                  <a:lnTo>
                    <a:pt x="1555115" y="438924"/>
                  </a:lnTo>
                  <a:lnTo>
                    <a:pt x="1538668" y="481850"/>
                  </a:lnTo>
                  <a:lnTo>
                    <a:pt x="1516532" y="521589"/>
                  </a:lnTo>
                  <a:lnTo>
                    <a:pt x="1489189" y="557644"/>
                  </a:lnTo>
                  <a:lnTo>
                    <a:pt x="1457159" y="589534"/>
                  </a:lnTo>
                  <a:lnTo>
                    <a:pt x="1420926" y="616737"/>
                  </a:lnTo>
                  <a:lnTo>
                    <a:pt x="1381010" y="638771"/>
                  </a:lnTo>
                  <a:lnTo>
                    <a:pt x="1337906" y="655129"/>
                  </a:lnTo>
                  <a:lnTo>
                    <a:pt x="1292123" y="665314"/>
                  </a:lnTo>
                  <a:lnTo>
                    <a:pt x="1244142" y="668820"/>
                  </a:lnTo>
                  <a:lnTo>
                    <a:pt x="1196378" y="665314"/>
                  </a:lnTo>
                  <a:lnTo>
                    <a:pt x="1150785" y="655129"/>
                  </a:lnTo>
                  <a:lnTo>
                    <a:pt x="1107859" y="638771"/>
                  </a:lnTo>
                  <a:lnTo>
                    <a:pt x="1068120" y="616737"/>
                  </a:lnTo>
                  <a:lnTo>
                    <a:pt x="1032065" y="589534"/>
                  </a:lnTo>
                  <a:lnTo>
                    <a:pt x="1000175" y="557644"/>
                  </a:lnTo>
                  <a:lnTo>
                    <a:pt x="972972" y="521589"/>
                  </a:lnTo>
                  <a:lnTo>
                    <a:pt x="950937" y="481850"/>
                  </a:lnTo>
                  <a:lnTo>
                    <a:pt x="934580" y="438924"/>
                  </a:lnTo>
                  <a:lnTo>
                    <a:pt x="924394" y="393331"/>
                  </a:lnTo>
                  <a:lnTo>
                    <a:pt x="920889" y="345567"/>
                  </a:lnTo>
                  <a:lnTo>
                    <a:pt x="924394" y="297434"/>
                  </a:lnTo>
                  <a:lnTo>
                    <a:pt x="934580" y="251548"/>
                  </a:lnTo>
                  <a:lnTo>
                    <a:pt x="950937" y="208394"/>
                  </a:lnTo>
                  <a:lnTo>
                    <a:pt x="972972" y="168465"/>
                  </a:lnTo>
                  <a:lnTo>
                    <a:pt x="1000175" y="132270"/>
                  </a:lnTo>
                  <a:lnTo>
                    <a:pt x="1032065" y="100291"/>
                  </a:lnTo>
                  <a:lnTo>
                    <a:pt x="1068120" y="73012"/>
                  </a:lnTo>
                  <a:lnTo>
                    <a:pt x="1107859" y="50939"/>
                  </a:lnTo>
                  <a:lnTo>
                    <a:pt x="1150785" y="34569"/>
                  </a:lnTo>
                  <a:lnTo>
                    <a:pt x="1196378" y="24384"/>
                  </a:lnTo>
                  <a:lnTo>
                    <a:pt x="1244142" y="20878"/>
                  </a:lnTo>
                  <a:lnTo>
                    <a:pt x="1292123" y="24384"/>
                  </a:lnTo>
                  <a:lnTo>
                    <a:pt x="1337906" y="34569"/>
                  </a:lnTo>
                  <a:lnTo>
                    <a:pt x="1381010" y="50939"/>
                  </a:lnTo>
                  <a:lnTo>
                    <a:pt x="1420926" y="73012"/>
                  </a:lnTo>
                  <a:lnTo>
                    <a:pt x="1457159" y="100291"/>
                  </a:lnTo>
                  <a:lnTo>
                    <a:pt x="1489189" y="132270"/>
                  </a:lnTo>
                  <a:lnTo>
                    <a:pt x="1516532" y="168465"/>
                  </a:lnTo>
                  <a:lnTo>
                    <a:pt x="1538668" y="208394"/>
                  </a:lnTo>
                  <a:lnTo>
                    <a:pt x="1555115" y="251548"/>
                  </a:lnTo>
                  <a:lnTo>
                    <a:pt x="1565338" y="297434"/>
                  </a:lnTo>
                  <a:lnTo>
                    <a:pt x="1568856" y="345567"/>
                  </a:lnTo>
                  <a:lnTo>
                    <a:pt x="1568856" y="225310"/>
                  </a:lnTo>
                  <a:lnTo>
                    <a:pt x="1553692" y="188709"/>
                  </a:lnTo>
                  <a:lnTo>
                    <a:pt x="1525371" y="142544"/>
                  </a:lnTo>
                  <a:lnTo>
                    <a:pt x="1489659" y="100787"/>
                  </a:lnTo>
                  <a:lnTo>
                    <a:pt x="1448244" y="65138"/>
                  </a:lnTo>
                  <a:lnTo>
                    <a:pt x="1402257" y="36995"/>
                  </a:lnTo>
                  <a:lnTo>
                    <a:pt x="1362913" y="20878"/>
                  </a:lnTo>
                  <a:lnTo>
                    <a:pt x="1352499" y="16598"/>
                  </a:lnTo>
                  <a:lnTo>
                    <a:pt x="1299768" y="4191"/>
                  </a:lnTo>
                  <a:lnTo>
                    <a:pt x="1244866" y="0"/>
                  </a:lnTo>
                  <a:lnTo>
                    <a:pt x="1190675" y="4191"/>
                  </a:lnTo>
                  <a:lnTo>
                    <a:pt x="1138377" y="16598"/>
                  </a:lnTo>
                  <a:lnTo>
                    <a:pt x="1088847" y="36995"/>
                  </a:lnTo>
                  <a:lnTo>
                    <a:pt x="1042936" y="65138"/>
                  </a:lnTo>
                  <a:lnTo>
                    <a:pt x="1001522" y="100787"/>
                  </a:lnTo>
                  <a:lnTo>
                    <a:pt x="965809" y="142544"/>
                  </a:lnTo>
                  <a:lnTo>
                    <a:pt x="937488" y="188709"/>
                  </a:lnTo>
                  <a:lnTo>
                    <a:pt x="916876" y="238455"/>
                  </a:lnTo>
                  <a:lnTo>
                    <a:pt x="904278" y="291007"/>
                  </a:lnTo>
                  <a:lnTo>
                    <a:pt x="900010" y="345567"/>
                  </a:lnTo>
                  <a:lnTo>
                    <a:pt x="904278" y="399757"/>
                  </a:lnTo>
                  <a:lnTo>
                    <a:pt x="916876" y="452056"/>
                  </a:lnTo>
                  <a:lnTo>
                    <a:pt x="937488" y="501586"/>
                  </a:lnTo>
                  <a:lnTo>
                    <a:pt x="965809" y="547484"/>
                  </a:lnTo>
                  <a:lnTo>
                    <a:pt x="1001522" y="588899"/>
                  </a:lnTo>
                  <a:lnTo>
                    <a:pt x="1042936" y="624890"/>
                  </a:lnTo>
                  <a:lnTo>
                    <a:pt x="1088847" y="653237"/>
                  </a:lnTo>
                  <a:lnTo>
                    <a:pt x="1138377" y="673747"/>
                  </a:lnTo>
                  <a:lnTo>
                    <a:pt x="1188948" y="685800"/>
                  </a:lnTo>
                  <a:lnTo>
                    <a:pt x="1299413" y="685800"/>
                  </a:lnTo>
                  <a:lnTo>
                    <a:pt x="1364932" y="668820"/>
                  </a:lnTo>
                  <a:lnTo>
                    <a:pt x="1418043" y="644652"/>
                  </a:lnTo>
                  <a:lnTo>
                    <a:pt x="1455483" y="619417"/>
                  </a:lnTo>
                  <a:lnTo>
                    <a:pt x="1489659" y="588899"/>
                  </a:lnTo>
                  <a:lnTo>
                    <a:pt x="1525371" y="547484"/>
                  </a:lnTo>
                  <a:lnTo>
                    <a:pt x="1553692" y="501586"/>
                  </a:lnTo>
                  <a:lnTo>
                    <a:pt x="1574304" y="452056"/>
                  </a:lnTo>
                  <a:lnTo>
                    <a:pt x="1586903" y="399757"/>
                  </a:lnTo>
                  <a:lnTo>
                    <a:pt x="1591170" y="3455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83257" y="6527190"/>
              <a:ext cx="257035" cy="272135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9247834" y="6340729"/>
              <a:ext cx="691515" cy="685800"/>
            </a:xfrm>
            <a:custGeom>
              <a:avLst/>
              <a:gdLst/>
              <a:ahLst/>
              <a:cxnLst/>
              <a:rect l="l" t="t" r="r" b="b"/>
              <a:pathLst>
                <a:path w="691515" h="685800">
                  <a:moveTo>
                    <a:pt x="344855" y="0"/>
                  </a:moveTo>
                  <a:lnTo>
                    <a:pt x="290655" y="4192"/>
                  </a:lnTo>
                  <a:lnTo>
                    <a:pt x="238357" y="16607"/>
                  </a:lnTo>
                  <a:lnTo>
                    <a:pt x="188825" y="37005"/>
                  </a:lnTo>
                  <a:lnTo>
                    <a:pt x="142922" y="65145"/>
                  </a:lnTo>
                  <a:lnTo>
                    <a:pt x="101511" y="100787"/>
                  </a:lnTo>
                  <a:lnTo>
                    <a:pt x="65794" y="142557"/>
                  </a:lnTo>
                  <a:lnTo>
                    <a:pt x="37474" y="188714"/>
                  </a:lnTo>
                  <a:lnTo>
                    <a:pt x="16862" y="238464"/>
                  </a:lnTo>
                  <a:lnTo>
                    <a:pt x="4267" y="291013"/>
                  </a:lnTo>
                  <a:lnTo>
                    <a:pt x="0" y="345566"/>
                  </a:lnTo>
                  <a:lnTo>
                    <a:pt x="4267" y="399762"/>
                  </a:lnTo>
                  <a:lnTo>
                    <a:pt x="16862" y="452059"/>
                  </a:lnTo>
                  <a:lnTo>
                    <a:pt x="37474" y="501591"/>
                  </a:lnTo>
                  <a:lnTo>
                    <a:pt x="65794" y="547492"/>
                  </a:lnTo>
                  <a:lnTo>
                    <a:pt x="101511" y="588898"/>
                  </a:lnTo>
                  <a:lnTo>
                    <a:pt x="142922" y="624893"/>
                  </a:lnTo>
                  <a:lnTo>
                    <a:pt x="188825" y="653247"/>
                  </a:lnTo>
                  <a:lnTo>
                    <a:pt x="238357" y="673756"/>
                  </a:lnTo>
                  <a:lnTo>
                    <a:pt x="288924" y="685799"/>
                  </a:lnTo>
                  <a:lnTo>
                    <a:pt x="399399" y="685799"/>
                  </a:lnTo>
                  <a:lnTo>
                    <a:pt x="435196" y="678813"/>
                  </a:lnTo>
                  <a:lnTo>
                    <a:pt x="464915" y="668820"/>
                  </a:lnTo>
                  <a:lnTo>
                    <a:pt x="344855" y="668820"/>
                  </a:lnTo>
                  <a:lnTo>
                    <a:pt x="297082" y="665315"/>
                  </a:lnTo>
                  <a:lnTo>
                    <a:pt x="251488" y="655135"/>
                  </a:lnTo>
                  <a:lnTo>
                    <a:pt x="208571" y="638779"/>
                  </a:lnTo>
                  <a:lnTo>
                    <a:pt x="168831" y="616747"/>
                  </a:lnTo>
                  <a:lnTo>
                    <a:pt x="132769" y="589538"/>
                  </a:lnTo>
                  <a:lnTo>
                    <a:pt x="100883" y="557653"/>
                  </a:lnTo>
                  <a:lnTo>
                    <a:pt x="73675" y="521591"/>
                  </a:lnTo>
                  <a:lnTo>
                    <a:pt x="51643" y="481851"/>
                  </a:lnTo>
                  <a:lnTo>
                    <a:pt x="35287" y="438934"/>
                  </a:lnTo>
                  <a:lnTo>
                    <a:pt x="25107" y="393339"/>
                  </a:lnTo>
                  <a:lnTo>
                    <a:pt x="21602" y="345566"/>
                  </a:lnTo>
                  <a:lnTo>
                    <a:pt x="25107" y="297437"/>
                  </a:lnTo>
                  <a:lnTo>
                    <a:pt x="35287" y="251550"/>
                  </a:lnTo>
                  <a:lnTo>
                    <a:pt x="51643" y="208399"/>
                  </a:lnTo>
                  <a:lnTo>
                    <a:pt x="73675" y="168477"/>
                  </a:lnTo>
                  <a:lnTo>
                    <a:pt x="100883" y="132278"/>
                  </a:lnTo>
                  <a:lnTo>
                    <a:pt x="132769" y="100294"/>
                  </a:lnTo>
                  <a:lnTo>
                    <a:pt x="168831" y="73020"/>
                  </a:lnTo>
                  <a:lnTo>
                    <a:pt x="208571" y="50948"/>
                  </a:lnTo>
                  <a:lnTo>
                    <a:pt x="251488" y="34571"/>
                  </a:lnTo>
                  <a:lnTo>
                    <a:pt x="297082" y="24384"/>
                  </a:lnTo>
                  <a:lnTo>
                    <a:pt x="344855" y="20878"/>
                  </a:lnTo>
                  <a:lnTo>
                    <a:pt x="462896" y="20878"/>
                  </a:lnTo>
                  <a:lnTo>
                    <a:pt x="452479" y="16607"/>
                  </a:lnTo>
                  <a:lnTo>
                    <a:pt x="399756" y="4192"/>
                  </a:lnTo>
                  <a:lnTo>
                    <a:pt x="344855" y="0"/>
                  </a:lnTo>
                  <a:close/>
                </a:path>
                <a:path w="691515" h="685800">
                  <a:moveTo>
                    <a:pt x="462896" y="20878"/>
                  </a:moveTo>
                  <a:lnTo>
                    <a:pt x="344855" y="20878"/>
                  </a:lnTo>
                  <a:lnTo>
                    <a:pt x="392985" y="24384"/>
                  </a:lnTo>
                  <a:lnTo>
                    <a:pt x="438873" y="34571"/>
                  </a:lnTo>
                  <a:lnTo>
                    <a:pt x="482025" y="50948"/>
                  </a:lnTo>
                  <a:lnTo>
                    <a:pt x="521949" y="73020"/>
                  </a:lnTo>
                  <a:lnTo>
                    <a:pt x="558149" y="100294"/>
                  </a:lnTo>
                  <a:lnTo>
                    <a:pt x="590135" y="132278"/>
                  </a:lnTo>
                  <a:lnTo>
                    <a:pt x="617411" y="168477"/>
                  </a:lnTo>
                  <a:lnTo>
                    <a:pt x="639484" y="208399"/>
                  </a:lnTo>
                  <a:lnTo>
                    <a:pt x="655862" y="251550"/>
                  </a:lnTo>
                  <a:lnTo>
                    <a:pt x="666050" y="297437"/>
                  </a:lnTo>
                  <a:lnTo>
                    <a:pt x="669556" y="345566"/>
                  </a:lnTo>
                  <a:lnTo>
                    <a:pt x="666018" y="393339"/>
                  </a:lnTo>
                  <a:lnTo>
                    <a:pt x="655746" y="438934"/>
                  </a:lnTo>
                  <a:lnTo>
                    <a:pt x="639251" y="481851"/>
                  </a:lnTo>
                  <a:lnTo>
                    <a:pt x="617048" y="521591"/>
                  </a:lnTo>
                  <a:lnTo>
                    <a:pt x="589649" y="557653"/>
                  </a:lnTo>
                  <a:lnTo>
                    <a:pt x="557567" y="589538"/>
                  </a:lnTo>
                  <a:lnTo>
                    <a:pt x="521315" y="616747"/>
                  </a:lnTo>
                  <a:lnTo>
                    <a:pt x="481404" y="638779"/>
                  </a:lnTo>
                  <a:lnTo>
                    <a:pt x="438349" y="655135"/>
                  </a:lnTo>
                  <a:lnTo>
                    <a:pt x="392662" y="665315"/>
                  </a:lnTo>
                  <a:lnTo>
                    <a:pt x="344855" y="668820"/>
                  </a:lnTo>
                  <a:lnTo>
                    <a:pt x="464915" y="668820"/>
                  </a:lnTo>
                  <a:lnTo>
                    <a:pt x="518015" y="644658"/>
                  </a:lnTo>
                  <a:lnTo>
                    <a:pt x="555454" y="619419"/>
                  </a:lnTo>
                  <a:lnTo>
                    <a:pt x="589635" y="588898"/>
                  </a:lnTo>
                  <a:lnTo>
                    <a:pt x="625353" y="547492"/>
                  </a:lnTo>
                  <a:lnTo>
                    <a:pt x="653676" y="501591"/>
                  </a:lnTo>
                  <a:lnTo>
                    <a:pt x="674292" y="452059"/>
                  </a:lnTo>
                  <a:lnTo>
                    <a:pt x="686890" y="399762"/>
                  </a:lnTo>
                  <a:lnTo>
                    <a:pt x="691159" y="345566"/>
                  </a:lnTo>
                  <a:lnTo>
                    <a:pt x="686890" y="291013"/>
                  </a:lnTo>
                  <a:lnTo>
                    <a:pt x="674292" y="238464"/>
                  </a:lnTo>
                  <a:lnTo>
                    <a:pt x="653676" y="188714"/>
                  </a:lnTo>
                  <a:lnTo>
                    <a:pt x="625353" y="142557"/>
                  </a:lnTo>
                  <a:lnTo>
                    <a:pt x="589635" y="100787"/>
                  </a:lnTo>
                  <a:lnTo>
                    <a:pt x="548213" y="65145"/>
                  </a:lnTo>
                  <a:lnTo>
                    <a:pt x="502229" y="37005"/>
                  </a:lnTo>
                  <a:lnTo>
                    <a:pt x="462896" y="208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06941" y="6617906"/>
              <a:ext cx="95034" cy="241173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2539" y="6486880"/>
              <a:ext cx="109435" cy="109423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9551657" y="6340741"/>
              <a:ext cx="1285240" cy="685800"/>
            </a:xfrm>
            <a:custGeom>
              <a:avLst/>
              <a:gdLst/>
              <a:ahLst/>
              <a:cxnLst/>
              <a:rect l="l" t="t" r="r" b="b"/>
              <a:pathLst>
                <a:path w="1285240" h="685800">
                  <a:moveTo>
                    <a:pt x="255574" y="403148"/>
                  </a:moveTo>
                  <a:lnTo>
                    <a:pt x="247307" y="351878"/>
                  </a:lnTo>
                  <a:lnTo>
                    <a:pt x="224066" y="312077"/>
                  </a:lnTo>
                  <a:lnTo>
                    <a:pt x="188137" y="286321"/>
                  </a:lnTo>
                  <a:lnTo>
                    <a:pt x="141820" y="277164"/>
                  </a:lnTo>
                  <a:lnTo>
                    <a:pt x="125882" y="278130"/>
                  </a:lnTo>
                  <a:lnTo>
                    <a:pt x="110413" y="281038"/>
                  </a:lnTo>
                  <a:lnTo>
                    <a:pt x="95351" y="285978"/>
                  </a:lnTo>
                  <a:lnTo>
                    <a:pt x="80632" y="293001"/>
                  </a:lnTo>
                  <a:lnTo>
                    <a:pt x="80632" y="282206"/>
                  </a:lnTo>
                  <a:lnTo>
                    <a:pt x="76314" y="277164"/>
                  </a:lnTo>
                  <a:lnTo>
                    <a:pt x="11518" y="277164"/>
                  </a:lnTo>
                  <a:lnTo>
                    <a:pt x="5753" y="277164"/>
                  </a:lnTo>
                  <a:lnTo>
                    <a:pt x="0" y="281482"/>
                  </a:lnTo>
                  <a:lnTo>
                    <a:pt x="0" y="512572"/>
                  </a:lnTo>
                  <a:lnTo>
                    <a:pt x="5029" y="518337"/>
                  </a:lnTo>
                  <a:lnTo>
                    <a:pt x="89992" y="518337"/>
                  </a:lnTo>
                  <a:lnTo>
                    <a:pt x="95745" y="513295"/>
                  </a:lnTo>
                  <a:lnTo>
                    <a:pt x="95745" y="428345"/>
                  </a:lnTo>
                  <a:lnTo>
                    <a:pt x="97078" y="408647"/>
                  </a:lnTo>
                  <a:lnTo>
                    <a:pt x="102133" y="390563"/>
                  </a:lnTo>
                  <a:lnTo>
                    <a:pt x="112445" y="377329"/>
                  </a:lnTo>
                  <a:lnTo>
                    <a:pt x="129590" y="372198"/>
                  </a:lnTo>
                  <a:lnTo>
                    <a:pt x="142214" y="375094"/>
                  </a:lnTo>
                  <a:lnTo>
                    <a:pt x="151269" y="382905"/>
                  </a:lnTo>
                  <a:lnTo>
                    <a:pt x="157226" y="394373"/>
                  </a:lnTo>
                  <a:lnTo>
                    <a:pt x="160540" y="408190"/>
                  </a:lnTo>
                  <a:lnTo>
                    <a:pt x="161264" y="413943"/>
                  </a:lnTo>
                  <a:lnTo>
                    <a:pt x="165582" y="417550"/>
                  </a:lnTo>
                  <a:lnTo>
                    <a:pt x="177101" y="417550"/>
                  </a:lnTo>
                  <a:lnTo>
                    <a:pt x="182143" y="411784"/>
                  </a:lnTo>
                  <a:lnTo>
                    <a:pt x="180708" y="406031"/>
                  </a:lnTo>
                  <a:lnTo>
                    <a:pt x="174510" y="382181"/>
                  </a:lnTo>
                  <a:lnTo>
                    <a:pt x="163601" y="364820"/>
                  </a:lnTo>
                  <a:lnTo>
                    <a:pt x="148094" y="354203"/>
                  </a:lnTo>
                  <a:lnTo>
                    <a:pt x="128143" y="350596"/>
                  </a:lnTo>
                  <a:lnTo>
                    <a:pt x="104711" y="355866"/>
                  </a:lnTo>
                  <a:lnTo>
                    <a:pt x="87553" y="371119"/>
                  </a:lnTo>
                  <a:lnTo>
                    <a:pt x="77012" y="395554"/>
                  </a:lnTo>
                  <a:lnTo>
                    <a:pt x="73431" y="428345"/>
                  </a:lnTo>
                  <a:lnTo>
                    <a:pt x="73431" y="495300"/>
                  </a:lnTo>
                  <a:lnTo>
                    <a:pt x="21590" y="495300"/>
                  </a:lnTo>
                  <a:lnTo>
                    <a:pt x="21590" y="299478"/>
                  </a:lnTo>
                  <a:lnTo>
                    <a:pt x="58318" y="299478"/>
                  </a:lnTo>
                  <a:lnTo>
                    <a:pt x="58318" y="316750"/>
                  </a:lnTo>
                  <a:lnTo>
                    <a:pt x="59029" y="320357"/>
                  </a:lnTo>
                  <a:lnTo>
                    <a:pt x="61912" y="322516"/>
                  </a:lnTo>
                  <a:lnTo>
                    <a:pt x="66230" y="323951"/>
                  </a:lnTo>
                  <a:lnTo>
                    <a:pt x="70548" y="323951"/>
                  </a:lnTo>
                  <a:lnTo>
                    <a:pt x="74879" y="322516"/>
                  </a:lnTo>
                  <a:lnTo>
                    <a:pt x="89674" y="312547"/>
                  </a:lnTo>
                  <a:lnTo>
                    <a:pt x="105816" y="305333"/>
                  </a:lnTo>
                  <a:lnTo>
                    <a:pt x="123050" y="300964"/>
                  </a:lnTo>
                  <a:lnTo>
                    <a:pt x="141109" y="299478"/>
                  </a:lnTo>
                  <a:lnTo>
                    <a:pt x="181813" y="308622"/>
                  </a:lnTo>
                  <a:lnTo>
                    <a:pt x="210312" y="332600"/>
                  </a:lnTo>
                  <a:lnTo>
                    <a:pt x="227050" y="366306"/>
                  </a:lnTo>
                  <a:lnTo>
                    <a:pt x="232537" y="404583"/>
                  </a:lnTo>
                  <a:lnTo>
                    <a:pt x="232537" y="495300"/>
                  </a:lnTo>
                  <a:lnTo>
                    <a:pt x="180708" y="495300"/>
                  </a:lnTo>
                  <a:lnTo>
                    <a:pt x="180708" y="453542"/>
                  </a:lnTo>
                  <a:lnTo>
                    <a:pt x="176390" y="449224"/>
                  </a:lnTo>
                  <a:lnTo>
                    <a:pt x="164858" y="449224"/>
                  </a:lnTo>
                  <a:lnTo>
                    <a:pt x="160540" y="453542"/>
                  </a:lnTo>
                  <a:lnTo>
                    <a:pt x="160540" y="511860"/>
                  </a:lnTo>
                  <a:lnTo>
                    <a:pt x="164858" y="516902"/>
                  </a:lnTo>
                  <a:lnTo>
                    <a:pt x="250545" y="516902"/>
                  </a:lnTo>
                  <a:lnTo>
                    <a:pt x="255574" y="512572"/>
                  </a:lnTo>
                  <a:lnTo>
                    <a:pt x="255574" y="403148"/>
                  </a:lnTo>
                  <a:close/>
                </a:path>
                <a:path w="1285240" h="685800">
                  <a:moveTo>
                    <a:pt x="1197178" y="345109"/>
                  </a:moveTo>
                  <a:lnTo>
                    <a:pt x="1195743" y="293357"/>
                  </a:lnTo>
                  <a:lnTo>
                    <a:pt x="1191818" y="242722"/>
                  </a:lnTo>
                  <a:lnTo>
                    <a:pt x="1185125" y="190042"/>
                  </a:lnTo>
                  <a:lnTo>
                    <a:pt x="1170330" y="165569"/>
                  </a:lnTo>
                  <a:lnTo>
                    <a:pt x="1162850" y="160489"/>
                  </a:lnTo>
                  <a:lnTo>
                    <a:pt x="1097521" y="151803"/>
                  </a:lnTo>
                  <a:lnTo>
                    <a:pt x="1044282" y="148209"/>
                  </a:lnTo>
                  <a:lnTo>
                    <a:pt x="990904" y="146100"/>
                  </a:lnTo>
                  <a:lnTo>
                    <a:pt x="937463" y="145415"/>
                  </a:lnTo>
                  <a:lnTo>
                    <a:pt x="884542" y="146100"/>
                  </a:lnTo>
                  <a:lnTo>
                    <a:pt x="831634" y="148209"/>
                  </a:lnTo>
                  <a:lnTo>
                    <a:pt x="778713" y="151803"/>
                  </a:lnTo>
                  <a:lnTo>
                    <a:pt x="725805" y="156933"/>
                  </a:lnTo>
                  <a:lnTo>
                    <a:pt x="690524" y="190042"/>
                  </a:lnTo>
                  <a:lnTo>
                    <a:pt x="684212" y="241630"/>
                  </a:lnTo>
                  <a:lnTo>
                    <a:pt x="680440" y="293357"/>
                  </a:lnTo>
                  <a:lnTo>
                    <a:pt x="679196" y="344030"/>
                  </a:lnTo>
                  <a:lnTo>
                    <a:pt x="679170" y="345109"/>
                  </a:lnTo>
                  <a:lnTo>
                    <a:pt x="680377" y="394652"/>
                  </a:lnTo>
                  <a:lnTo>
                    <a:pt x="684149" y="447509"/>
                  </a:lnTo>
                  <a:lnTo>
                    <a:pt x="690524" y="499618"/>
                  </a:lnTo>
                  <a:lnTo>
                    <a:pt x="725805" y="532739"/>
                  </a:lnTo>
                  <a:lnTo>
                    <a:pt x="778421" y="537692"/>
                  </a:lnTo>
                  <a:lnTo>
                    <a:pt x="831456" y="541553"/>
                  </a:lnTo>
                  <a:lnTo>
                    <a:pt x="886701" y="544169"/>
                  </a:lnTo>
                  <a:lnTo>
                    <a:pt x="890219" y="544169"/>
                  </a:lnTo>
                  <a:lnTo>
                    <a:pt x="938187" y="544969"/>
                  </a:lnTo>
                  <a:lnTo>
                    <a:pt x="960856" y="544741"/>
                  </a:lnTo>
                  <a:lnTo>
                    <a:pt x="1028903" y="542810"/>
                  </a:lnTo>
                  <a:lnTo>
                    <a:pt x="1034656" y="542810"/>
                  </a:lnTo>
                  <a:lnTo>
                    <a:pt x="1038987" y="538492"/>
                  </a:lnTo>
                  <a:lnTo>
                    <a:pt x="1038987" y="524814"/>
                  </a:lnTo>
                  <a:lnTo>
                    <a:pt x="1036459" y="522655"/>
                  </a:lnTo>
                  <a:lnTo>
                    <a:pt x="1033945" y="520496"/>
                  </a:lnTo>
                  <a:lnTo>
                    <a:pt x="1027468" y="520496"/>
                  </a:lnTo>
                  <a:lnTo>
                    <a:pt x="1004239" y="521449"/>
                  </a:lnTo>
                  <a:lnTo>
                    <a:pt x="981024" y="522122"/>
                  </a:lnTo>
                  <a:lnTo>
                    <a:pt x="957795" y="522528"/>
                  </a:lnTo>
                  <a:lnTo>
                    <a:pt x="934593" y="522655"/>
                  </a:lnTo>
                  <a:lnTo>
                    <a:pt x="883158" y="521970"/>
                  </a:lnTo>
                  <a:lnTo>
                    <a:pt x="831545" y="519785"/>
                  </a:lnTo>
                  <a:lnTo>
                    <a:pt x="779780" y="515988"/>
                  </a:lnTo>
                  <a:lnTo>
                    <a:pt x="720763" y="509701"/>
                  </a:lnTo>
                  <a:lnTo>
                    <a:pt x="707136" y="445109"/>
                  </a:lnTo>
                  <a:lnTo>
                    <a:pt x="703859" y="396811"/>
                  </a:lnTo>
                  <a:lnTo>
                    <a:pt x="703834" y="396379"/>
                  </a:lnTo>
                  <a:lnTo>
                    <a:pt x="703719" y="394652"/>
                  </a:lnTo>
                  <a:lnTo>
                    <a:pt x="702602" y="345109"/>
                  </a:lnTo>
                  <a:lnTo>
                    <a:pt x="702576" y="344030"/>
                  </a:lnTo>
                  <a:lnTo>
                    <a:pt x="703719" y="293357"/>
                  </a:lnTo>
                  <a:lnTo>
                    <a:pt x="707136" y="242722"/>
                  </a:lnTo>
                  <a:lnTo>
                    <a:pt x="712838" y="192214"/>
                  </a:lnTo>
                  <a:lnTo>
                    <a:pt x="780757" y="171958"/>
                  </a:lnTo>
                  <a:lnTo>
                    <a:pt x="833424" y="168363"/>
                  </a:lnTo>
                  <a:lnTo>
                    <a:pt x="886091" y="166268"/>
                  </a:lnTo>
                  <a:lnTo>
                    <a:pt x="938911" y="165569"/>
                  </a:lnTo>
                  <a:lnTo>
                    <a:pt x="991400" y="166268"/>
                  </a:lnTo>
                  <a:lnTo>
                    <a:pt x="1044016" y="168363"/>
                  </a:lnTo>
                  <a:lnTo>
                    <a:pt x="1096645" y="171958"/>
                  </a:lnTo>
                  <a:lnTo>
                    <a:pt x="1149134" y="177088"/>
                  </a:lnTo>
                  <a:lnTo>
                    <a:pt x="1164259" y="192214"/>
                  </a:lnTo>
                  <a:lnTo>
                    <a:pt x="1170254" y="242722"/>
                  </a:lnTo>
                  <a:lnTo>
                    <a:pt x="1173848" y="293357"/>
                  </a:lnTo>
                  <a:lnTo>
                    <a:pt x="1175042" y="344030"/>
                  </a:lnTo>
                  <a:lnTo>
                    <a:pt x="1173848" y="394652"/>
                  </a:lnTo>
                  <a:lnTo>
                    <a:pt x="1170254" y="445109"/>
                  </a:lnTo>
                  <a:lnTo>
                    <a:pt x="1164259" y="495300"/>
                  </a:lnTo>
                  <a:lnTo>
                    <a:pt x="1163535" y="502500"/>
                  </a:lnTo>
                  <a:lnTo>
                    <a:pt x="1156335" y="509701"/>
                  </a:lnTo>
                  <a:lnTo>
                    <a:pt x="1149134" y="510425"/>
                  </a:lnTo>
                  <a:lnTo>
                    <a:pt x="1132192" y="512445"/>
                  </a:lnTo>
                  <a:lnTo>
                    <a:pt x="1115656" y="514197"/>
                  </a:lnTo>
                  <a:lnTo>
                    <a:pt x="1099108" y="515683"/>
                  </a:lnTo>
                  <a:lnTo>
                    <a:pt x="1082179" y="516902"/>
                  </a:lnTo>
                  <a:lnTo>
                    <a:pt x="1076426" y="516902"/>
                  </a:lnTo>
                  <a:lnTo>
                    <a:pt x="1071499" y="522528"/>
                  </a:lnTo>
                  <a:lnTo>
                    <a:pt x="1071384" y="534174"/>
                  </a:lnTo>
                  <a:lnTo>
                    <a:pt x="1076426" y="538492"/>
                  </a:lnTo>
                  <a:lnTo>
                    <a:pt x="1082903" y="538492"/>
                  </a:lnTo>
                  <a:lnTo>
                    <a:pt x="1134122" y="533641"/>
                  </a:lnTo>
                  <a:lnTo>
                    <a:pt x="1174191" y="520496"/>
                  </a:lnTo>
                  <a:lnTo>
                    <a:pt x="1192466" y="448348"/>
                  </a:lnTo>
                  <a:lnTo>
                    <a:pt x="1196086" y="396811"/>
                  </a:lnTo>
                  <a:lnTo>
                    <a:pt x="1196149" y="394652"/>
                  </a:lnTo>
                  <a:lnTo>
                    <a:pt x="1197178" y="345109"/>
                  </a:lnTo>
                  <a:close/>
                </a:path>
                <a:path w="1285240" h="685800">
                  <a:moveTo>
                    <a:pt x="1285189" y="345567"/>
                  </a:moveTo>
                  <a:lnTo>
                    <a:pt x="1282217" y="299986"/>
                  </a:lnTo>
                  <a:lnTo>
                    <a:pt x="1273416" y="255701"/>
                  </a:lnTo>
                  <a:lnTo>
                    <a:pt x="1262875" y="224802"/>
                  </a:lnTo>
                  <a:lnTo>
                    <a:pt x="1262875" y="345567"/>
                  </a:lnTo>
                  <a:lnTo>
                    <a:pt x="1259357" y="393331"/>
                  </a:lnTo>
                  <a:lnTo>
                    <a:pt x="1249133" y="438924"/>
                  </a:lnTo>
                  <a:lnTo>
                    <a:pt x="1232712" y="481850"/>
                  </a:lnTo>
                  <a:lnTo>
                    <a:pt x="1210589" y="521589"/>
                  </a:lnTo>
                  <a:lnTo>
                    <a:pt x="1183284" y="557644"/>
                  </a:lnTo>
                  <a:lnTo>
                    <a:pt x="1151305" y="589534"/>
                  </a:lnTo>
                  <a:lnTo>
                    <a:pt x="1115148" y="616737"/>
                  </a:lnTo>
                  <a:lnTo>
                    <a:pt x="1075321" y="638771"/>
                  </a:lnTo>
                  <a:lnTo>
                    <a:pt x="1032332" y="655129"/>
                  </a:lnTo>
                  <a:lnTo>
                    <a:pt x="986688" y="665314"/>
                  </a:lnTo>
                  <a:lnTo>
                    <a:pt x="938898" y="668820"/>
                  </a:lnTo>
                  <a:lnTo>
                    <a:pt x="891108" y="665314"/>
                  </a:lnTo>
                  <a:lnTo>
                    <a:pt x="845477" y="655129"/>
                  </a:lnTo>
                  <a:lnTo>
                    <a:pt x="802487" y="638771"/>
                  </a:lnTo>
                  <a:lnTo>
                    <a:pt x="762660" y="616737"/>
                  </a:lnTo>
                  <a:lnTo>
                    <a:pt x="726503" y="589534"/>
                  </a:lnTo>
                  <a:lnTo>
                    <a:pt x="694512" y="557644"/>
                  </a:lnTo>
                  <a:lnTo>
                    <a:pt x="667207" y="521589"/>
                  </a:lnTo>
                  <a:lnTo>
                    <a:pt x="645083" y="481850"/>
                  </a:lnTo>
                  <a:lnTo>
                    <a:pt x="628662" y="438924"/>
                  </a:lnTo>
                  <a:lnTo>
                    <a:pt x="618439" y="393331"/>
                  </a:lnTo>
                  <a:lnTo>
                    <a:pt x="614908" y="345567"/>
                  </a:lnTo>
                  <a:lnTo>
                    <a:pt x="618439" y="297434"/>
                  </a:lnTo>
                  <a:lnTo>
                    <a:pt x="628662" y="251548"/>
                  </a:lnTo>
                  <a:lnTo>
                    <a:pt x="645083" y="208394"/>
                  </a:lnTo>
                  <a:lnTo>
                    <a:pt x="667207" y="168465"/>
                  </a:lnTo>
                  <a:lnTo>
                    <a:pt x="694512" y="132270"/>
                  </a:lnTo>
                  <a:lnTo>
                    <a:pt x="726503" y="100291"/>
                  </a:lnTo>
                  <a:lnTo>
                    <a:pt x="762660" y="73012"/>
                  </a:lnTo>
                  <a:lnTo>
                    <a:pt x="802487" y="50939"/>
                  </a:lnTo>
                  <a:lnTo>
                    <a:pt x="845477" y="34569"/>
                  </a:lnTo>
                  <a:lnTo>
                    <a:pt x="891108" y="24384"/>
                  </a:lnTo>
                  <a:lnTo>
                    <a:pt x="938898" y="20878"/>
                  </a:lnTo>
                  <a:lnTo>
                    <a:pt x="986853" y="24384"/>
                  </a:lnTo>
                  <a:lnTo>
                    <a:pt x="1032598" y="34569"/>
                  </a:lnTo>
                  <a:lnTo>
                    <a:pt x="1075639" y="50939"/>
                  </a:lnTo>
                  <a:lnTo>
                    <a:pt x="1115466" y="73012"/>
                  </a:lnTo>
                  <a:lnTo>
                    <a:pt x="1151597" y="100291"/>
                  </a:lnTo>
                  <a:lnTo>
                    <a:pt x="1183525" y="132270"/>
                  </a:lnTo>
                  <a:lnTo>
                    <a:pt x="1210767" y="168465"/>
                  </a:lnTo>
                  <a:lnTo>
                    <a:pt x="1232827" y="208394"/>
                  </a:lnTo>
                  <a:lnTo>
                    <a:pt x="1249197" y="251548"/>
                  </a:lnTo>
                  <a:lnTo>
                    <a:pt x="1259370" y="297434"/>
                  </a:lnTo>
                  <a:lnTo>
                    <a:pt x="1262875" y="345567"/>
                  </a:lnTo>
                  <a:lnTo>
                    <a:pt x="1262875" y="224802"/>
                  </a:lnTo>
                  <a:lnTo>
                    <a:pt x="1238910" y="172885"/>
                  </a:lnTo>
                  <a:lnTo>
                    <a:pt x="1213535" y="135267"/>
                  </a:lnTo>
                  <a:lnTo>
                    <a:pt x="1182954" y="100787"/>
                  </a:lnTo>
                  <a:lnTo>
                    <a:pt x="1141552" y="65138"/>
                  </a:lnTo>
                  <a:lnTo>
                    <a:pt x="1095603" y="36995"/>
                  </a:lnTo>
                  <a:lnTo>
                    <a:pt x="1056360" y="20878"/>
                  </a:lnTo>
                  <a:lnTo>
                    <a:pt x="1045959" y="16598"/>
                  </a:lnTo>
                  <a:lnTo>
                    <a:pt x="993457" y="4191"/>
                  </a:lnTo>
                  <a:lnTo>
                    <a:pt x="938898" y="0"/>
                  </a:lnTo>
                  <a:lnTo>
                    <a:pt x="884694" y="4191"/>
                  </a:lnTo>
                  <a:lnTo>
                    <a:pt x="832358" y="16598"/>
                  </a:lnTo>
                  <a:lnTo>
                    <a:pt x="782713" y="36995"/>
                  </a:lnTo>
                  <a:lnTo>
                    <a:pt x="736600" y="65138"/>
                  </a:lnTo>
                  <a:lnTo>
                    <a:pt x="694829" y="100787"/>
                  </a:lnTo>
                  <a:lnTo>
                    <a:pt x="659193" y="142544"/>
                  </a:lnTo>
                  <a:lnTo>
                    <a:pt x="631050" y="188709"/>
                  </a:lnTo>
                  <a:lnTo>
                    <a:pt x="610654" y="238455"/>
                  </a:lnTo>
                  <a:lnTo>
                    <a:pt x="598246" y="291007"/>
                  </a:lnTo>
                  <a:lnTo>
                    <a:pt x="594042" y="345567"/>
                  </a:lnTo>
                  <a:lnTo>
                    <a:pt x="598246" y="399757"/>
                  </a:lnTo>
                  <a:lnTo>
                    <a:pt x="610654" y="452056"/>
                  </a:lnTo>
                  <a:lnTo>
                    <a:pt x="631050" y="501586"/>
                  </a:lnTo>
                  <a:lnTo>
                    <a:pt x="659193" y="547484"/>
                  </a:lnTo>
                  <a:lnTo>
                    <a:pt x="694829" y="588899"/>
                  </a:lnTo>
                  <a:lnTo>
                    <a:pt x="736600" y="624890"/>
                  </a:lnTo>
                  <a:lnTo>
                    <a:pt x="782713" y="653237"/>
                  </a:lnTo>
                  <a:lnTo>
                    <a:pt x="832358" y="673747"/>
                  </a:lnTo>
                  <a:lnTo>
                    <a:pt x="882967" y="685800"/>
                  </a:lnTo>
                  <a:lnTo>
                    <a:pt x="995184" y="685800"/>
                  </a:lnTo>
                  <a:lnTo>
                    <a:pt x="1045959" y="673747"/>
                  </a:lnTo>
                  <a:lnTo>
                    <a:pt x="1095603" y="653237"/>
                  </a:lnTo>
                  <a:lnTo>
                    <a:pt x="1141552" y="624890"/>
                  </a:lnTo>
                  <a:lnTo>
                    <a:pt x="1182954" y="588899"/>
                  </a:lnTo>
                  <a:lnTo>
                    <a:pt x="1219034" y="547484"/>
                  </a:lnTo>
                  <a:lnTo>
                    <a:pt x="1247559" y="501586"/>
                  </a:lnTo>
                  <a:lnTo>
                    <a:pt x="1268285" y="452056"/>
                  </a:lnTo>
                  <a:lnTo>
                    <a:pt x="1280922" y="399757"/>
                  </a:lnTo>
                  <a:lnTo>
                    <a:pt x="1285189" y="3455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07764" y="6576873"/>
              <a:ext cx="210959" cy="2202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2025-01-08T15:51:00Z</dcterms:created>
  <dcterms:modified xsi:type="dcterms:W3CDTF">2025-01-08T15:51:00Z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2025-01-08T00:00:00Z</vt:filetime>
  </property>
  <property fmtid="{D5CDD505-2E9C-101B-9397-08002B2CF9AE}" pid="3" name="Creator">
    <vt:lpwstr>Chromium</vt:lpwstr>
  </property>
  <property fmtid="{D5CDD505-2E9C-101B-9397-08002B2CF9AE}" pid="4" name="LastSaved">
    <vt:filetime>2025-01-08T00:00:00Z</vt:filetime>
  </property>
  <property fmtid="{D5CDD505-2E9C-101B-9397-08002B2CF9AE}" pid="5" name="Producer">
    <vt:lpwstr>GPL Ghostscript 10.04.0</vt:lpwstr>
  </property>
</Properties>
</file>